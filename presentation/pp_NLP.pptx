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81" r:id="rId5"/>
    <p:sldMasterId id="2147483691" r:id="rId6"/>
    <p:sldMasterId id="2147483665" r:id="rId7"/>
    <p:sldMasterId id="2147483724" r:id="rId8"/>
    <p:sldMasterId id="2147483705" r:id="rId9"/>
    <p:sldMasterId id="2147483720" r:id="rId10"/>
  </p:sldMasterIdLst>
  <p:notesMasterIdLst>
    <p:notesMasterId r:id="rId25"/>
  </p:notesMasterIdLst>
  <p:sldIdLst>
    <p:sldId id="263" r:id="rId11"/>
    <p:sldId id="397" r:id="rId12"/>
    <p:sldId id="383" r:id="rId13"/>
    <p:sldId id="420" r:id="rId14"/>
    <p:sldId id="418" r:id="rId15"/>
    <p:sldId id="419" r:id="rId16"/>
    <p:sldId id="413" r:id="rId17"/>
    <p:sldId id="404" r:id="rId18"/>
    <p:sldId id="414" r:id="rId19"/>
    <p:sldId id="415" r:id="rId20"/>
    <p:sldId id="406" r:id="rId21"/>
    <p:sldId id="416" r:id="rId22"/>
    <p:sldId id="421" r:id="rId23"/>
    <p:sldId id="30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 Templates" id="{54A68FD4-B7DC-2744-95BA-390A5C8A2AC2}">
          <p14:sldIdLst>
            <p14:sldId id="263"/>
            <p14:sldId id="397"/>
            <p14:sldId id="383"/>
            <p14:sldId id="420"/>
            <p14:sldId id="418"/>
            <p14:sldId id="419"/>
            <p14:sldId id="413"/>
            <p14:sldId id="404"/>
            <p14:sldId id="414"/>
            <p14:sldId id="415"/>
            <p14:sldId id="406"/>
            <p14:sldId id="416"/>
            <p14:sldId id="421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241203-ED0A-A4C7-F5DB-1CBCEC678B4B}" name="Boessenkool, Antonie" initials="BA" userId="S::antonie@uic.edu::af92fa6a-13c5-47fe-a2a8-4599a5b1175c" providerId="AD"/>
  <p188:author id="{8F3B6E67-205F-5AC2-584B-4A6C64ECAB5C}" name="Suarez, Rachel" initials="RS" userId="S::rsuarez1@uic.edu::d00bd2f6-da4f-48c4-b97d-16a79a85aa74" providerId="AD"/>
  <p188:author id="{9F70BC79-C820-836C-FFFD-FBCF95A75B4C}" name="Mitchum, Rob" initials="MR" userId="S::rmitchum@uic.edu::66ff2a4f-6c25-4330-baf2-cf26af1c5e91" providerId="AD"/>
  <p188:author id="{90648BA8-90FC-8E75-4A34-7E679EB5E84E}" name="Velarde, Priscilla" initials="VP" userId="S::pvelarde@uic.edu::0dc9b6b3-9b4a-4a9b-8f2e-aacd99a945dd" providerId="AD"/>
  <p188:author id="{B55423F7-07D3-14D6-2D48-CB6BD92675BE}" name="McGinnis Gonzalez, Sherri" initials="MS" userId="S::smcginn@uic.edu::360abe7c-f518-413c-b5d8-7456df164c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0032"/>
    <a:srgbClr val="D50031"/>
    <a:srgbClr val="000000"/>
    <a:srgbClr val="001E61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Stile con tema 1 - Color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6D9F66E-5EB9-4882-86FB-DCBF35E3C3E4}" styleName="Stile medio 4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99" autoAdjust="0"/>
    <p:restoredTop sz="93585"/>
  </p:normalViewPr>
  <p:slideViewPr>
    <p:cSldViewPr snapToGrid="0">
      <p:cViewPr varScale="1">
        <p:scale>
          <a:sx n="67" d="100"/>
          <a:sy n="67" d="100"/>
        </p:scale>
        <p:origin x="6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8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A0891C-512A-44C7-AF8B-7C27E813AD30}" type="doc">
      <dgm:prSet loTypeId="urn:microsoft.com/office/officeart/2005/8/layout/process4" loCatId="process" qsTypeId="urn:microsoft.com/office/officeart/2005/8/quickstyle/simple4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FE7F79EC-86A6-4387-9226-BDD235049E58}">
      <dgm:prSet custT="1"/>
      <dgm:spPr/>
      <dgm:t>
        <a:bodyPr/>
        <a:lstStyle/>
        <a:p>
          <a:r>
            <a:rPr lang="it-IT" sz="2000" dirty="0" err="1"/>
            <a:t>LLMs</a:t>
          </a:r>
          <a:r>
            <a:rPr lang="it-IT" sz="2000" dirty="0"/>
            <a:t> are </a:t>
          </a:r>
          <a:r>
            <a:rPr lang="it-IT" sz="2000" dirty="0" err="1"/>
            <a:t>mostly</a:t>
          </a:r>
          <a:r>
            <a:rPr lang="it-IT" sz="2000" dirty="0"/>
            <a:t> </a:t>
          </a:r>
          <a:r>
            <a:rPr lang="it-IT" sz="2000" dirty="0" err="1"/>
            <a:t>trained</a:t>
          </a:r>
          <a:r>
            <a:rPr lang="it-IT" sz="2000" dirty="0"/>
            <a:t> on English</a:t>
          </a:r>
          <a:endParaRPr lang="en-US" sz="2000" dirty="0"/>
        </a:p>
      </dgm:t>
    </dgm:pt>
    <dgm:pt modelId="{67B7EF98-8DF6-49C9-854D-D5A585AB378B}" type="parTrans" cxnId="{39970BEF-BC37-4EF2-A997-1922DB81525B}">
      <dgm:prSet/>
      <dgm:spPr/>
      <dgm:t>
        <a:bodyPr/>
        <a:lstStyle/>
        <a:p>
          <a:endParaRPr lang="en-US"/>
        </a:p>
      </dgm:t>
    </dgm:pt>
    <dgm:pt modelId="{F780EA45-5FF3-431D-B1BC-91C8AE0B7780}" type="sibTrans" cxnId="{39970BEF-BC37-4EF2-A997-1922DB81525B}">
      <dgm:prSet/>
      <dgm:spPr/>
      <dgm:t>
        <a:bodyPr/>
        <a:lstStyle/>
        <a:p>
          <a:endParaRPr lang="en-US"/>
        </a:p>
      </dgm:t>
    </dgm:pt>
    <dgm:pt modelId="{50D54564-BF5F-4705-B2BD-09B22AB952B1}">
      <dgm:prSet custT="1"/>
      <dgm:spPr/>
      <dgm:t>
        <a:bodyPr/>
        <a:lstStyle/>
        <a:p>
          <a:r>
            <a:rPr lang="it-IT" sz="2000" dirty="0" err="1"/>
            <a:t>Morphologically</a:t>
          </a:r>
          <a:r>
            <a:rPr lang="it-IT" sz="2000" dirty="0"/>
            <a:t> </a:t>
          </a:r>
          <a:r>
            <a:rPr lang="it-IT" sz="2000" dirty="0" err="1"/>
            <a:t>rich</a:t>
          </a:r>
          <a:r>
            <a:rPr lang="it-IT" sz="2000" dirty="0"/>
            <a:t> </a:t>
          </a:r>
          <a:r>
            <a:rPr lang="it-IT" sz="2000" dirty="0" err="1"/>
            <a:t>languages</a:t>
          </a:r>
          <a:r>
            <a:rPr lang="it-IT" sz="2000" dirty="0"/>
            <a:t> (like </a:t>
          </a:r>
          <a:r>
            <a:rPr lang="it-IT" sz="2000" dirty="0" err="1"/>
            <a:t>Italian</a:t>
          </a:r>
          <a:r>
            <a:rPr lang="it-IT" sz="2000" dirty="0"/>
            <a:t>) → </a:t>
          </a:r>
          <a:r>
            <a:rPr lang="it-IT" sz="2000" dirty="0" err="1"/>
            <a:t>subtoken</a:t>
          </a:r>
          <a:r>
            <a:rPr lang="it-IT" sz="2000" dirty="0"/>
            <a:t> </a:t>
          </a:r>
          <a:r>
            <a:rPr lang="it-IT" sz="2000" dirty="0" err="1"/>
            <a:t>fragmentation</a:t>
          </a:r>
          <a:endParaRPr lang="en-US" sz="2000" dirty="0"/>
        </a:p>
      </dgm:t>
    </dgm:pt>
    <dgm:pt modelId="{6F8077DF-AB6B-4452-BC5E-7F28A6C4AF4E}" type="parTrans" cxnId="{7972F4C5-1B86-4AB7-9256-D233407BB2B5}">
      <dgm:prSet/>
      <dgm:spPr/>
      <dgm:t>
        <a:bodyPr/>
        <a:lstStyle/>
        <a:p>
          <a:endParaRPr lang="en-US"/>
        </a:p>
      </dgm:t>
    </dgm:pt>
    <dgm:pt modelId="{F85A2486-0F32-4D6C-9E61-B3C67892D160}" type="sibTrans" cxnId="{7972F4C5-1B86-4AB7-9256-D233407BB2B5}">
      <dgm:prSet/>
      <dgm:spPr/>
      <dgm:t>
        <a:bodyPr/>
        <a:lstStyle/>
        <a:p>
          <a:endParaRPr lang="en-US"/>
        </a:p>
      </dgm:t>
    </dgm:pt>
    <dgm:pt modelId="{8E75129E-B399-4782-BF78-4858C01627C3}">
      <dgm:prSet custT="1"/>
      <dgm:spPr/>
      <dgm:t>
        <a:bodyPr/>
        <a:lstStyle/>
        <a:p>
          <a:r>
            <a:rPr lang="it-IT" sz="2000" dirty="0" err="1"/>
            <a:t>Consequences</a:t>
          </a:r>
          <a:r>
            <a:rPr lang="it-IT" sz="1200" dirty="0"/>
            <a:t>:</a:t>
          </a:r>
          <a:endParaRPr lang="en-US" sz="1200" dirty="0"/>
        </a:p>
      </dgm:t>
    </dgm:pt>
    <dgm:pt modelId="{B3811271-2518-4580-B89D-B23086F72DA3}" type="parTrans" cxnId="{BF474E2C-C075-4215-8ABF-F02DA5E81DE4}">
      <dgm:prSet/>
      <dgm:spPr/>
      <dgm:t>
        <a:bodyPr/>
        <a:lstStyle/>
        <a:p>
          <a:endParaRPr lang="en-US"/>
        </a:p>
      </dgm:t>
    </dgm:pt>
    <dgm:pt modelId="{171A7E22-6EC1-4713-950F-CC22DC3EC457}" type="sibTrans" cxnId="{BF474E2C-C075-4215-8ABF-F02DA5E81DE4}">
      <dgm:prSet/>
      <dgm:spPr/>
      <dgm:t>
        <a:bodyPr/>
        <a:lstStyle/>
        <a:p>
          <a:endParaRPr lang="en-US"/>
        </a:p>
      </dgm:t>
    </dgm:pt>
    <dgm:pt modelId="{11F209D9-31EB-4529-8276-BB97AFFCB992}">
      <dgm:prSet/>
      <dgm:spPr/>
      <dgm:t>
        <a:bodyPr/>
        <a:lstStyle/>
        <a:p>
          <a:r>
            <a:rPr lang="it-IT" dirty="0"/>
            <a:t>more </a:t>
          </a:r>
          <a:r>
            <a:rPr lang="it-IT" dirty="0" err="1"/>
            <a:t>tokens</a:t>
          </a:r>
          <a:endParaRPr lang="en-US" dirty="0"/>
        </a:p>
      </dgm:t>
    </dgm:pt>
    <dgm:pt modelId="{621E8AB3-7623-45DC-B83E-C55774CD4A93}" type="parTrans" cxnId="{E9FEA722-5470-4C61-869F-842AC9AF56C4}">
      <dgm:prSet/>
      <dgm:spPr/>
      <dgm:t>
        <a:bodyPr/>
        <a:lstStyle/>
        <a:p>
          <a:endParaRPr lang="en-US"/>
        </a:p>
      </dgm:t>
    </dgm:pt>
    <dgm:pt modelId="{257464E6-75C6-41B8-9928-0F60C9404BB8}" type="sibTrans" cxnId="{E9FEA722-5470-4C61-869F-842AC9AF56C4}">
      <dgm:prSet/>
      <dgm:spPr/>
      <dgm:t>
        <a:bodyPr/>
        <a:lstStyle/>
        <a:p>
          <a:endParaRPr lang="en-US"/>
        </a:p>
      </dgm:t>
    </dgm:pt>
    <dgm:pt modelId="{5D7A625E-CE6C-4C66-AF79-75E0FFECD211}">
      <dgm:prSet/>
      <dgm:spPr/>
      <dgm:t>
        <a:bodyPr/>
        <a:lstStyle/>
        <a:p>
          <a:r>
            <a:rPr lang="it-IT" dirty="0"/>
            <a:t>generation </a:t>
          </a:r>
          <a:r>
            <a:rPr lang="it-IT" dirty="0" err="1"/>
            <a:t>cost</a:t>
          </a:r>
          <a:endParaRPr lang="en-US" dirty="0"/>
        </a:p>
      </dgm:t>
    </dgm:pt>
    <dgm:pt modelId="{C397A3B7-20AD-48B8-9EBC-07E3A08620B9}" type="parTrans" cxnId="{621A47ED-E569-46B2-8280-64A66A140FA5}">
      <dgm:prSet/>
      <dgm:spPr/>
      <dgm:t>
        <a:bodyPr/>
        <a:lstStyle/>
        <a:p>
          <a:endParaRPr lang="en-US"/>
        </a:p>
      </dgm:t>
    </dgm:pt>
    <dgm:pt modelId="{2B4EC07B-A28D-4521-9D5F-6AB7B8366FB3}" type="sibTrans" cxnId="{621A47ED-E569-46B2-8280-64A66A140FA5}">
      <dgm:prSet/>
      <dgm:spPr/>
      <dgm:t>
        <a:bodyPr/>
        <a:lstStyle/>
        <a:p>
          <a:endParaRPr lang="en-US"/>
        </a:p>
      </dgm:t>
    </dgm:pt>
    <dgm:pt modelId="{4004D7F7-9F78-456D-AD80-DCD96861A4A8}">
      <dgm:prSet/>
      <dgm:spPr/>
      <dgm:t>
        <a:bodyPr/>
        <a:lstStyle/>
        <a:p>
          <a:r>
            <a:rPr lang="it-IT" dirty="0"/>
            <a:t>zero-</a:t>
          </a:r>
          <a:r>
            <a:rPr lang="it-IT" dirty="0" err="1"/>
            <a:t>shot</a:t>
          </a:r>
          <a:r>
            <a:rPr lang="it-IT" dirty="0"/>
            <a:t> </a:t>
          </a:r>
          <a:r>
            <a:rPr lang="it-IT" dirty="0" err="1"/>
            <a:t>language</a:t>
          </a:r>
          <a:r>
            <a:rPr lang="it-IT" dirty="0"/>
            <a:t> </a:t>
          </a:r>
          <a:r>
            <a:rPr lang="it-IT" dirty="0" err="1"/>
            <a:t>quality</a:t>
          </a:r>
          <a:endParaRPr lang="en-US" dirty="0"/>
        </a:p>
      </dgm:t>
    </dgm:pt>
    <dgm:pt modelId="{35F1BA64-41D9-4E96-AC58-6754AE49D94F}" type="parTrans" cxnId="{1EEDBC4E-629C-4770-807B-74B67E8B40F1}">
      <dgm:prSet/>
      <dgm:spPr/>
      <dgm:t>
        <a:bodyPr/>
        <a:lstStyle/>
        <a:p>
          <a:endParaRPr lang="en-US"/>
        </a:p>
      </dgm:t>
    </dgm:pt>
    <dgm:pt modelId="{72CBF96A-325A-4E71-85CC-BD44AB049BC7}" type="sibTrans" cxnId="{1EEDBC4E-629C-4770-807B-74B67E8B40F1}">
      <dgm:prSet/>
      <dgm:spPr/>
      <dgm:t>
        <a:bodyPr/>
        <a:lstStyle/>
        <a:p>
          <a:endParaRPr lang="en-US"/>
        </a:p>
      </dgm:t>
    </dgm:pt>
    <dgm:pt modelId="{455E28E7-EB80-442B-AEC6-85EA497906A3}">
      <dgm:prSet custT="1"/>
      <dgm:spPr/>
      <dgm:t>
        <a:bodyPr/>
        <a:lstStyle/>
        <a:p>
          <a:r>
            <a:rPr lang="it-IT" sz="1500" dirty="0" err="1"/>
            <a:t>Paper’s</a:t>
          </a:r>
          <a:r>
            <a:rPr lang="it-IT" sz="1500" dirty="0"/>
            <a:t> </a:t>
          </a:r>
          <a:r>
            <a:rPr lang="it-IT" sz="1500" dirty="0" err="1"/>
            <a:t>objective</a:t>
          </a:r>
          <a:r>
            <a:rPr lang="it-IT" sz="1500" dirty="0"/>
            <a:t>: </a:t>
          </a:r>
          <a:r>
            <a:rPr lang="it-IT" sz="1500" dirty="0" err="1"/>
            <a:t>semantically</a:t>
          </a:r>
          <a:r>
            <a:rPr lang="it-IT" sz="1500" dirty="0"/>
            <a:t> </a:t>
          </a:r>
          <a:r>
            <a:rPr lang="it-IT" sz="1500" dirty="0" err="1"/>
            <a:t>adapt</a:t>
          </a:r>
          <a:r>
            <a:rPr lang="it-IT" sz="1500" dirty="0"/>
            <a:t> </a:t>
          </a:r>
          <a:r>
            <a:rPr lang="it-IT" sz="1500" dirty="0" err="1"/>
            <a:t>vocabulary</a:t>
          </a:r>
          <a:r>
            <a:rPr lang="it-IT" sz="1500" dirty="0"/>
            <a:t> to </a:t>
          </a:r>
          <a:r>
            <a:rPr lang="it-IT" sz="2000" dirty="0" err="1"/>
            <a:t>improve</a:t>
          </a:r>
          <a:r>
            <a:rPr lang="it-IT" sz="1500" dirty="0"/>
            <a:t> </a:t>
          </a:r>
          <a:r>
            <a:rPr lang="it-IT" sz="1500" dirty="0" err="1"/>
            <a:t>Italian</a:t>
          </a:r>
          <a:r>
            <a:rPr lang="it-IT" sz="1500" dirty="0"/>
            <a:t> </a:t>
          </a:r>
          <a:r>
            <a:rPr lang="it-IT" sz="1500" dirty="0" err="1"/>
            <a:t>representations</a:t>
          </a:r>
          <a:r>
            <a:rPr lang="it-IT" sz="1500" dirty="0"/>
            <a:t> and </a:t>
          </a:r>
          <a:r>
            <a:rPr lang="it-IT" sz="1500" dirty="0" err="1"/>
            <a:t>efficiency</a:t>
          </a:r>
          <a:r>
            <a:rPr lang="it-IT" sz="1500" dirty="0"/>
            <a:t>.</a:t>
          </a:r>
          <a:endParaRPr lang="en-US" sz="1500" dirty="0"/>
        </a:p>
      </dgm:t>
    </dgm:pt>
    <dgm:pt modelId="{040FCDFF-62A3-4AC5-9004-3E7F4ABE8D0E}" type="parTrans" cxnId="{9411489C-FE5E-4C80-9691-DA421BB9B75B}">
      <dgm:prSet/>
      <dgm:spPr/>
      <dgm:t>
        <a:bodyPr/>
        <a:lstStyle/>
        <a:p>
          <a:endParaRPr lang="en-US"/>
        </a:p>
      </dgm:t>
    </dgm:pt>
    <dgm:pt modelId="{163312BA-7203-4423-B9D8-A49948492BF3}" type="sibTrans" cxnId="{9411489C-FE5E-4C80-9691-DA421BB9B75B}">
      <dgm:prSet/>
      <dgm:spPr/>
      <dgm:t>
        <a:bodyPr/>
        <a:lstStyle/>
        <a:p>
          <a:endParaRPr lang="en-US"/>
        </a:p>
      </dgm:t>
    </dgm:pt>
    <dgm:pt modelId="{E367BC96-613C-4AC1-9CBB-3F66CDD3DBDB}" type="pres">
      <dgm:prSet presAssocID="{61A0891C-512A-44C7-AF8B-7C27E813AD3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it-IT"/>
        </a:p>
      </dgm:t>
    </dgm:pt>
    <dgm:pt modelId="{B5CD54D3-DA80-4EB0-BDAD-7FE9CE570200}" type="pres">
      <dgm:prSet presAssocID="{455E28E7-EB80-442B-AEC6-85EA497906A3}" presName="boxAndChildren" presStyleCnt="0"/>
      <dgm:spPr/>
    </dgm:pt>
    <dgm:pt modelId="{C7AD3B23-92F6-438A-B244-B282C742B7F8}" type="pres">
      <dgm:prSet presAssocID="{455E28E7-EB80-442B-AEC6-85EA497906A3}" presName="parentTextBox" presStyleLbl="node1" presStyleIdx="0" presStyleCnt="4"/>
      <dgm:spPr/>
      <dgm:t>
        <a:bodyPr/>
        <a:lstStyle/>
        <a:p>
          <a:endParaRPr lang="it-IT"/>
        </a:p>
      </dgm:t>
    </dgm:pt>
    <dgm:pt modelId="{3FB78946-4D66-4BDB-BB09-605321C0D43B}" type="pres">
      <dgm:prSet presAssocID="{171A7E22-6EC1-4713-950F-CC22DC3EC457}" presName="sp" presStyleCnt="0"/>
      <dgm:spPr/>
    </dgm:pt>
    <dgm:pt modelId="{3B224D15-EF20-4E1E-A023-3D4EA6E8AE1C}" type="pres">
      <dgm:prSet presAssocID="{8E75129E-B399-4782-BF78-4858C01627C3}" presName="arrowAndChildren" presStyleCnt="0"/>
      <dgm:spPr/>
    </dgm:pt>
    <dgm:pt modelId="{FA522F10-6DCA-4DDA-85CD-06F4A7D2F407}" type="pres">
      <dgm:prSet presAssocID="{8E75129E-B399-4782-BF78-4858C01627C3}" presName="parentTextArrow" presStyleLbl="node1" presStyleIdx="0" presStyleCnt="4"/>
      <dgm:spPr/>
      <dgm:t>
        <a:bodyPr/>
        <a:lstStyle/>
        <a:p>
          <a:endParaRPr lang="it-IT"/>
        </a:p>
      </dgm:t>
    </dgm:pt>
    <dgm:pt modelId="{99E39591-F17C-494E-833F-D6FD5E1F8614}" type="pres">
      <dgm:prSet presAssocID="{8E75129E-B399-4782-BF78-4858C01627C3}" presName="arrow" presStyleLbl="node1" presStyleIdx="1" presStyleCnt="4"/>
      <dgm:spPr/>
      <dgm:t>
        <a:bodyPr/>
        <a:lstStyle/>
        <a:p>
          <a:endParaRPr lang="it-IT"/>
        </a:p>
      </dgm:t>
    </dgm:pt>
    <dgm:pt modelId="{A09F947F-A1B5-4963-8443-69FDD5767ACA}" type="pres">
      <dgm:prSet presAssocID="{8E75129E-B399-4782-BF78-4858C01627C3}" presName="descendantArrow" presStyleCnt="0"/>
      <dgm:spPr/>
    </dgm:pt>
    <dgm:pt modelId="{53063288-7FD7-4C6F-83A3-23DA2A7D142D}" type="pres">
      <dgm:prSet presAssocID="{11F209D9-31EB-4529-8276-BB97AFFCB992}" presName="childTextArrow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53C47333-6E9A-495A-A73C-199430A36351}" type="pres">
      <dgm:prSet presAssocID="{5D7A625E-CE6C-4C66-AF79-75E0FFECD211}" presName="childTextArrow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E3EA9D7B-294C-455C-86EA-229769DA8866}" type="pres">
      <dgm:prSet presAssocID="{4004D7F7-9F78-456D-AD80-DCD96861A4A8}" presName="childTextArrow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A50CFF8F-7ADD-48E0-A6A0-1B4C456A643B}" type="pres">
      <dgm:prSet presAssocID="{F85A2486-0F32-4D6C-9E61-B3C67892D160}" presName="sp" presStyleCnt="0"/>
      <dgm:spPr/>
    </dgm:pt>
    <dgm:pt modelId="{FDEBB6C1-12E0-4649-AF7A-271C0F62396A}" type="pres">
      <dgm:prSet presAssocID="{50D54564-BF5F-4705-B2BD-09B22AB952B1}" presName="arrowAndChildren" presStyleCnt="0"/>
      <dgm:spPr/>
    </dgm:pt>
    <dgm:pt modelId="{0D8A136F-68E1-4B31-8386-DC8F053C2967}" type="pres">
      <dgm:prSet presAssocID="{50D54564-BF5F-4705-B2BD-09B22AB952B1}" presName="parentTextArrow" presStyleLbl="node1" presStyleIdx="2" presStyleCnt="4"/>
      <dgm:spPr/>
      <dgm:t>
        <a:bodyPr/>
        <a:lstStyle/>
        <a:p>
          <a:endParaRPr lang="it-IT"/>
        </a:p>
      </dgm:t>
    </dgm:pt>
    <dgm:pt modelId="{31453FB7-6854-4CE4-B163-019D3A79FC81}" type="pres">
      <dgm:prSet presAssocID="{F780EA45-5FF3-431D-B1BC-91C8AE0B7780}" presName="sp" presStyleCnt="0"/>
      <dgm:spPr/>
    </dgm:pt>
    <dgm:pt modelId="{557BF5AA-418C-4B37-A491-886AD96B13F7}" type="pres">
      <dgm:prSet presAssocID="{FE7F79EC-86A6-4387-9226-BDD235049E58}" presName="arrowAndChildren" presStyleCnt="0"/>
      <dgm:spPr/>
    </dgm:pt>
    <dgm:pt modelId="{E4B8330A-D9A3-402B-B104-08AB56974E48}" type="pres">
      <dgm:prSet presAssocID="{FE7F79EC-86A6-4387-9226-BDD235049E58}" presName="parentTextArrow" presStyleLbl="node1" presStyleIdx="3" presStyleCnt="4"/>
      <dgm:spPr/>
      <dgm:t>
        <a:bodyPr/>
        <a:lstStyle/>
        <a:p>
          <a:endParaRPr lang="it-IT"/>
        </a:p>
      </dgm:t>
    </dgm:pt>
  </dgm:ptLst>
  <dgm:cxnLst>
    <dgm:cxn modelId="{5BC17BA1-E8FE-4497-A6D0-AD54BCE3307C}" type="presOf" srcId="{11F209D9-31EB-4529-8276-BB97AFFCB992}" destId="{53063288-7FD7-4C6F-83A3-23DA2A7D142D}" srcOrd="0" destOrd="0" presId="urn:microsoft.com/office/officeart/2005/8/layout/process4"/>
    <dgm:cxn modelId="{104BD908-316E-4986-A9BF-6B325E8BE682}" type="presOf" srcId="{5D7A625E-CE6C-4C66-AF79-75E0FFECD211}" destId="{53C47333-6E9A-495A-A73C-199430A36351}" srcOrd="0" destOrd="0" presId="urn:microsoft.com/office/officeart/2005/8/layout/process4"/>
    <dgm:cxn modelId="{97CC4413-C280-468B-AF82-495D76AEA10B}" type="presOf" srcId="{4004D7F7-9F78-456D-AD80-DCD96861A4A8}" destId="{E3EA9D7B-294C-455C-86EA-229769DA8866}" srcOrd="0" destOrd="0" presId="urn:microsoft.com/office/officeart/2005/8/layout/process4"/>
    <dgm:cxn modelId="{E9FEA722-5470-4C61-869F-842AC9AF56C4}" srcId="{8E75129E-B399-4782-BF78-4858C01627C3}" destId="{11F209D9-31EB-4529-8276-BB97AFFCB992}" srcOrd="0" destOrd="0" parTransId="{621E8AB3-7623-45DC-B83E-C55774CD4A93}" sibTransId="{257464E6-75C6-41B8-9928-0F60C9404BB8}"/>
    <dgm:cxn modelId="{7972F4C5-1B86-4AB7-9256-D233407BB2B5}" srcId="{61A0891C-512A-44C7-AF8B-7C27E813AD30}" destId="{50D54564-BF5F-4705-B2BD-09B22AB952B1}" srcOrd="1" destOrd="0" parTransId="{6F8077DF-AB6B-4452-BC5E-7F28A6C4AF4E}" sibTransId="{F85A2486-0F32-4D6C-9E61-B3C67892D160}"/>
    <dgm:cxn modelId="{FD4EC3E0-A097-40ED-BA5F-8295221C1AE2}" type="presOf" srcId="{455E28E7-EB80-442B-AEC6-85EA497906A3}" destId="{C7AD3B23-92F6-438A-B244-B282C742B7F8}" srcOrd="0" destOrd="0" presId="urn:microsoft.com/office/officeart/2005/8/layout/process4"/>
    <dgm:cxn modelId="{9411489C-FE5E-4C80-9691-DA421BB9B75B}" srcId="{61A0891C-512A-44C7-AF8B-7C27E813AD30}" destId="{455E28E7-EB80-442B-AEC6-85EA497906A3}" srcOrd="3" destOrd="0" parTransId="{040FCDFF-62A3-4AC5-9004-3E7F4ABE8D0E}" sibTransId="{163312BA-7203-4423-B9D8-A49948492BF3}"/>
    <dgm:cxn modelId="{621A47ED-E569-46B2-8280-64A66A140FA5}" srcId="{8E75129E-B399-4782-BF78-4858C01627C3}" destId="{5D7A625E-CE6C-4C66-AF79-75E0FFECD211}" srcOrd="1" destOrd="0" parTransId="{C397A3B7-20AD-48B8-9EBC-07E3A08620B9}" sibTransId="{2B4EC07B-A28D-4521-9D5F-6AB7B8366FB3}"/>
    <dgm:cxn modelId="{BC1E3CBE-1C3A-4898-9477-62D779A1A53A}" type="presOf" srcId="{FE7F79EC-86A6-4387-9226-BDD235049E58}" destId="{E4B8330A-D9A3-402B-B104-08AB56974E48}" srcOrd="0" destOrd="0" presId="urn:microsoft.com/office/officeart/2005/8/layout/process4"/>
    <dgm:cxn modelId="{BF474E2C-C075-4215-8ABF-F02DA5E81DE4}" srcId="{61A0891C-512A-44C7-AF8B-7C27E813AD30}" destId="{8E75129E-B399-4782-BF78-4858C01627C3}" srcOrd="2" destOrd="0" parTransId="{B3811271-2518-4580-B89D-B23086F72DA3}" sibTransId="{171A7E22-6EC1-4713-950F-CC22DC3EC457}"/>
    <dgm:cxn modelId="{39970BEF-BC37-4EF2-A997-1922DB81525B}" srcId="{61A0891C-512A-44C7-AF8B-7C27E813AD30}" destId="{FE7F79EC-86A6-4387-9226-BDD235049E58}" srcOrd="0" destOrd="0" parTransId="{67B7EF98-8DF6-49C9-854D-D5A585AB378B}" sibTransId="{F780EA45-5FF3-431D-B1BC-91C8AE0B7780}"/>
    <dgm:cxn modelId="{1EEDBC4E-629C-4770-807B-74B67E8B40F1}" srcId="{8E75129E-B399-4782-BF78-4858C01627C3}" destId="{4004D7F7-9F78-456D-AD80-DCD96861A4A8}" srcOrd="2" destOrd="0" parTransId="{35F1BA64-41D9-4E96-AC58-6754AE49D94F}" sibTransId="{72CBF96A-325A-4E71-85CC-BD44AB049BC7}"/>
    <dgm:cxn modelId="{AE7BCD86-FFE7-4427-AF9F-CC9BA2BEAF9D}" type="presOf" srcId="{50D54564-BF5F-4705-B2BD-09B22AB952B1}" destId="{0D8A136F-68E1-4B31-8386-DC8F053C2967}" srcOrd="0" destOrd="0" presId="urn:microsoft.com/office/officeart/2005/8/layout/process4"/>
    <dgm:cxn modelId="{BDA647CE-41C9-4AA4-B137-59BA3D56495A}" type="presOf" srcId="{8E75129E-B399-4782-BF78-4858C01627C3}" destId="{99E39591-F17C-494E-833F-D6FD5E1F8614}" srcOrd="1" destOrd="0" presId="urn:microsoft.com/office/officeart/2005/8/layout/process4"/>
    <dgm:cxn modelId="{90B07951-9B5F-42B6-99B2-FBC6F4FBBBFB}" type="presOf" srcId="{8E75129E-B399-4782-BF78-4858C01627C3}" destId="{FA522F10-6DCA-4DDA-85CD-06F4A7D2F407}" srcOrd="0" destOrd="0" presId="urn:microsoft.com/office/officeart/2005/8/layout/process4"/>
    <dgm:cxn modelId="{F13EC632-2EC2-43F4-87E0-DA1B5273109B}" type="presOf" srcId="{61A0891C-512A-44C7-AF8B-7C27E813AD30}" destId="{E367BC96-613C-4AC1-9CBB-3F66CDD3DBDB}" srcOrd="0" destOrd="0" presId="urn:microsoft.com/office/officeart/2005/8/layout/process4"/>
    <dgm:cxn modelId="{F43DE96D-3797-4576-B4EC-CC09E3048009}" type="presParOf" srcId="{E367BC96-613C-4AC1-9CBB-3F66CDD3DBDB}" destId="{B5CD54D3-DA80-4EB0-BDAD-7FE9CE570200}" srcOrd="0" destOrd="0" presId="urn:microsoft.com/office/officeart/2005/8/layout/process4"/>
    <dgm:cxn modelId="{F650B4BA-ECE1-4403-9866-88A74B261684}" type="presParOf" srcId="{B5CD54D3-DA80-4EB0-BDAD-7FE9CE570200}" destId="{C7AD3B23-92F6-438A-B244-B282C742B7F8}" srcOrd="0" destOrd="0" presId="urn:microsoft.com/office/officeart/2005/8/layout/process4"/>
    <dgm:cxn modelId="{ADD3021F-8D5B-4A82-B758-4ED93FF31742}" type="presParOf" srcId="{E367BC96-613C-4AC1-9CBB-3F66CDD3DBDB}" destId="{3FB78946-4D66-4BDB-BB09-605321C0D43B}" srcOrd="1" destOrd="0" presId="urn:microsoft.com/office/officeart/2005/8/layout/process4"/>
    <dgm:cxn modelId="{B7537B3A-4017-41B7-B163-ECCE549FB6F6}" type="presParOf" srcId="{E367BC96-613C-4AC1-9CBB-3F66CDD3DBDB}" destId="{3B224D15-EF20-4E1E-A023-3D4EA6E8AE1C}" srcOrd="2" destOrd="0" presId="urn:microsoft.com/office/officeart/2005/8/layout/process4"/>
    <dgm:cxn modelId="{223BBBBB-3FBD-4FF4-B125-3A910ABAFE19}" type="presParOf" srcId="{3B224D15-EF20-4E1E-A023-3D4EA6E8AE1C}" destId="{FA522F10-6DCA-4DDA-85CD-06F4A7D2F407}" srcOrd="0" destOrd="0" presId="urn:microsoft.com/office/officeart/2005/8/layout/process4"/>
    <dgm:cxn modelId="{B48C82CE-B5E2-4D3B-BDF5-DB530F4ED722}" type="presParOf" srcId="{3B224D15-EF20-4E1E-A023-3D4EA6E8AE1C}" destId="{99E39591-F17C-494E-833F-D6FD5E1F8614}" srcOrd="1" destOrd="0" presId="urn:microsoft.com/office/officeart/2005/8/layout/process4"/>
    <dgm:cxn modelId="{0AF27BE3-5601-457E-856E-55EE0B85CEF7}" type="presParOf" srcId="{3B224D15-EF20-4E1E-A023-3D4EA6E8AE1C}" destId="{A09F947F-A1B5-4963-8443-69FDD5767ACA}" srcOrd="2" destOrd="0" presId="urn:microsoft.com/office/officeart/2005/8/layout/process4"/>
    <dgm:cxn modelId="{E80E4958-B179-4996-A1C9-54C3564E7D5B}" type="presParOf" srcId="{A09F947F-A1B5-4963-8443-69FDD5767ACA}" destId="{53063288-7FD7-4C6F-83A3-23DA2A7D142D}" srcOrd="0" destOrd="0" presId="urn:microsoft.com/office/officeart/2005/8/layout/process4"/>
    <dgm:cxn modelId="{91350515-FD59-4381-AF8A-DA691603C730}" type="presParOf" srcId="{A09F947F-A1B5-4963-8443-69FDD5767ACA}" destId="{53C47333-6E9A-495A-A73C-199430A36351}" srcOrd="1" destOrd="0" presId="urn:microsoft.com/office/officeart/2005/8/layout/process4"/>
    <dgm:cxn modelId="{470F3C1D-12F6-492E-A2D0-3F560676B2D7}" type="presParOf" srcId="{A09F947F-A1B5-4963-8443-69FDD5767ACA}" destId="{E3EA9D7B-294C-455C-86EA-229769DA8866}" srcOrd="2" destOrd="0" presId="urn:microsoft.com/office/officeart/2005/8/layout/process4"/>
    <dgm:cxn modelId="{0DD6918B-8546-48A2-B7E2-707303CA860A}" type="presParOf" srcId="{E367BC96-613C-4AC1-9CBB-3F66CDD3DBDB}" destId="{A50CFF8F-7ADD-48E0-A6A0-1B4C456A643B}" srcOrd="3" destOrd="0" presId="urn:microsoft.com/office/officeart/2005/8/layout/process4"/>
    <dgm:cxn modelId="{793D0575-AAE4-4F2D-9494-C5A4C51AA269}" type="presParOf" srcId="{E367BC96-613C-4AC1-9CBB-3F66CDD3DBDB}" destId="{FDEBB6C1-12E0-4649-AF7A-271C0F62396A}" srcOrd="4" destOrd="0" presId="urn:microsoft.com/office/officeart/2005/8/layout/process4"/>
    <dgm:cxn modelId="{C25B6097-A452-49A5-AC60-066861A927E3}" type="presParOf" srcId="{FDEBB6C1-12E0-4649-AF7A-271C0F62396A}" destId="{0D8A136F-68E1-4B31-8386-DC8F053C2967}" srcOrd="0" destOrd="0" presId="urn:microsoft.com/office/officeart/2005/8/layout/process4"/>
    <dgm:cxn modelId="{CC648A4C-8083-4E09-8328-65BF4418C94F}" type="presParOf" srcId="{E367BC96-613C-4AC1-9CBB-3F66CDD3DBDB}" destId="{31453FB7-6854-4CE4-B163-019D3A79FC81}" srcOrd="5" destOrd="0" presId="urn:microsoft.com/office/officeart/2005/8/layout/process4"/>
    <dgm:cxn modelId="{423057C0-4874-49FB-B564-D94709E5E34D}" type="presParOf" srcId="{E367BC96-613C-4AC1-9CBB-3F66CDD3DBDB}" destId="{557BF5AA-418C-4B37-A491-886AD96B13F7}" srcOrd="6" destOrd="0" presId="urn:microsoft.com/office/officeart/2005/8/layout/process4"/>
    <dgm:cxn modelId="{76B88F35-DACF-44F0-B2E7-7FA19B1CF3C0}" type="presParOf" srcId="{557BF5AA-418C-4B37-A491-886AD96B13F7}" destId="{E4B8330A-D9A3-402B-B104-08AB56974E4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B98663-53F9-4B68-8966-6051FEC17408}" type="doc">
      <dgm:prSet loTypeId="urn:microsoft.com/office/officeart/2008/layout/LinedList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9AF49217-5363-43D9-A538-50FF67A3F21F}">
      <dgm:prSet/>
      <dgm:spPr/>
      <dgm:t>
        <a:bodyPr/>
        <a:lstStyle/>
        <a:p>
          <a:r>
            <a:rPr lang="it-IT" b="1" i="0" dirty="0" err="1"/>
            <a:t>Adapt</a:t>
          </a:r>
          <a:r>
            <a:rPr lang="it-IT" b="1" i="0" dirty="0"/>
            <a:t> </a:t>
          </a:r>
          <a:r>
            <a:rPr lang="it-IT" b="1" i="0" dirty="0" err="1"/>
            <a:t>LLaMA</a:t>
          </a:r>
          <a:r>
            <a:rPr lang="it-IT" b="1" i="0" dirty="0"/>
            <a:t> 3.1-8B for </a:t>
          </a:r>
          <a:r>
            <a:rPr lang="it-IT" b="1" i="0" dirty="0" err="1" smtClean="0"/>
            <a:t>Italian</a:t>
          </a:r>
          <a:endParaRPr lang="en-US" dirty="0"/>
        </a:p>
      </dgm:t>
    </dgm:pt>
    <dgm:pt modelId="{3F11AA0A-79C1-4908-B883-F76297DB6278}" type="parTrans" cxnId="{862E60F9-2345-4553-BB34-585E3D1BA3AD}">
      <dgm:prSet/>
      <dgm:spPr/>
      <dgm:t>
        <a:bodyPr/>
        <a:lstStyle/>
        <a:p>
          <a:endParaRPr lang="en-US"/>
        </a:p>
      </dgm:t>
    </dgm:pt>
    <dgm:pt modelId="{B0230DF0-9E46-41C4-8082-40DD3682E811}" type="sibTrans" cxnId="{862E60F9-2345-4553-BB34-585E3D1BA3AD}">
      <dgm:prSet/>
      <dgm:spPr/>
      <dgm:t>
        <a:bodyPr/>
        <a:lstStyle/>
        <a:p>
          <a:endParaRPr lang="en-US"/>
        </a:p>
      </dgm:t>
    </dgm:pt>
    <dgm:pt modelId="{EA13825D-67F6-4529-B4B4-9E68F4E726D4}">
      <dgm:prSet/>
      <dgm:spPr/>
      <dgm:t>
        <a:bodyPr/>
        <a:lstStyle/>
        <a:p>
          <a:r>
            <a:rPr lang="it-IT" b="1" i="0" dirty="0" err="1"/>
            <a:t>Reducing</a:t>
          </a:r>
          <a:r>
            <a:rPr lang="it-IT" b="1" i="0" dirty="0"/>
            <a:t> token </a:t>
          </a:r>
          <a:r>
            <a:rPr lang="it-IT" b="1" i="0" dirty="0" err="1"/>
            <a:t>fertility</a:t>
          </a:r>
          <a:endParaRPr lang="en-US" dirty="0"/>
        </a:p>
      </dgm:t>
    </dgm:pt>
    <dgm:pt modelId="{4CFC9CA0-CE62-490C-B2EA-80BF601FA238}" type="parTrans" cxnId="{A157274B-2F81-47D7-84F5-F1F02243D65D}">
      <dgm:prSet/>
      <dgm:spPr/>
      <dgm:t>
        <a:bodyPr/>
        <a:lstStyle/>
        <a:p>
          <a:endParaRPr lang="en-US"/>
        </a:p>
      </dgm:t>
    </dgm:pt>
    <dgm:pt modelId="{EF046A9F-AA9D-4B78-8D19-37533C8040D5}" type="sibTrans" cxnId="{A157274B-2F81-47D7-84F5-F1F02243D65D}">
      <dgm:prSet/>
      <dgm:spPr/>
      <dgm:t>
        <a:bodyPr/>
        <a:lstStyle/>
        <a:p>
          <a:endParaRPr lang="en-US"/>
        </a:p>
      </dgm:t>
    </dgm:pt>
    <dgm:pt modelId="{E22C429C-931A-4212-B50A-43C664DA56B4}">
      <dgm:prSet/>
      <dgm:spPr/>
      <dgm:t>
        <a:bodyPr/>
        <a:lstStyle/>
        <a:p>
          <a:r>
            <a:rPr lang="it-IT" b="1" i="0" dirty="0"/>
            <a:t>Method:</a:t>
          </a:r>
          <a:endParaRPr lang="en-US" dirty="0"/>
        </a:p>
      </dgm:t>
    </dgm:pt>
    <dgm:pt modelId="{479362E1-CC92-49F2-9147-933566395987}" type="parTrans" cxnId="{C22A94BD-22BE-479F-9E6B-98FF2A02E137}">
      <dgm:prSet/>
      <dgm:spPr/>
      <dgm:t>
        <a:bodyPr/>
        <a:lstStyle/>
        <a:p>
          <a:endParaRPr lang="en-US"/>
        </a:p>
      </dgm:t>
    </dgm:pt>
    <dgm:pt modelId="{0054FC1C-116D-41C4-BEA4-B8FFDC51DD9A}" type="sibTrans" cxnId="{C22A94BD-22BE-479F-9E6B-98FF2A02E137}">
      <dgm:prSet/>
      <dgm:spPr/>
      <dgm:t>
        <a:bodyPr/>
        <a:lstStyle/>
        <a:p>
          <a:endParaRPr lang="en-US"/>
        </a:p>
      </dgm:t>
    </dgm:pt>
    <dgm:pt modelId="{305A8B0C-CC5C-4AF2-BF71-B3510ACB3496}">
      <dgm:prSet/>
      <dgm:spPr/>
      <dgm:t>
        <a:bodyPr/>
        <a:lstStyle/>
        <a:p>
          <a:r>
            <a:rPr lang="it-IT" b="1" i="0" dirty="0"/>
            <a:t>Quantitative </a:t>
          </a:r>
          <a:r>
            <a:rPr lang="it-IT" b="1" i="0" dirty="0" err="1"/>
            <a:t>analysis</a:t>
          </a:r>
          <a:r>
            <a:rPr lang="it-IT" b="1" i="0" dirty="0"/>
            <a:t> of </a:t>
          </a:r>
          <a:r>
            <a:rPr lang="it-IT" b="1" i="0" dirty="0" err="1"/>
            <a:t>pre-trained</a:t>
          </a:r>
          <a:r>
            <a:rPr lang="it-IT" b="1" i="0" dirty="0"/>
            <a:t> models</a:t>
          </a:r>
          <a:endParaRPr lang="en-US" dirty="0"/>
        </a:p>
      </dgm:t>
    </dgm:pt>
    <dgm:pt modelId="{FF583197-7A65-4B43-A8A5-EE913CB117E2}" type="parTrans" cxnId="{86E96361-F7DA-465F-AC12-60EE5804F8D1}">
      <dgm:prSet/>
      <dgm:spPr/>
      <dgm:t>
        <a:bodyPr/>
        <a:lstStyle/>
        <a:p>
          <a:endParaRPr lang="en-US"/>
        </a:p>
      </dgm:t>
    </dgm:pt>
    <dgm:pt modelId="{2843718D-3826-464D-B251-0CA25F605DC8}" type="sibTrans" cxnId="{86E96361-F7DA-465F-AC12-60EE5804F8D1}">
      <dgm:prSet/>
      <dgm:spPr/>
      <dgm:t>
        <a:bodyPr/>
        <a:lstStyle/>
        <a:p>
          <a:endParaRPr lang="en-US"/>
        </a:p>
      </dgm:t>
    </dgm:pt>
    <dgm:pt modelId="{3DBFA980-DF47-4297-B262-6DAFF678868A}">
      <dgm:prSet/>
      <dgm:spPr/>
      <dgm:t>
        <a:bodyPr/>
        <a:lstStyle/>
        <a:p>
          <a:r>
            <a:rPr lang="it-IT" b="1" i="0" dirty="0"/>
            <a:t>Goal</a:t>
          </a:r>
          <a:r>
            <a:rPr lang="it-IT" b="1" i="0" dirty="0" smtClean="0"/>
            <a:t>: </a:t>
          </a:r>
          <a:endParaRPr lang="en-US" dirty="0"/>
        </a:p>
      </dgm:t>
    </dgm:pt>
    <dgm:pt modelId="{CCFDC822-A2D4-48D7-B4B6-B15E3702ABE6}" type="sibTrans" cxnId="{6E8B61F1-EB6B-4D3F-8247-1189B1231E20}">
      <dgm:prSet/>
      <dgm:spPr/>
      <dgm:t>
        <a:bodyPr/>
        <a:lstStyle/>
        <a:p>
          <a:endParaRPr lang="en-US"/>
        </a:p>
      </dgm:t>
    </dgm:pt>
    <dgm:pt modelId="{E6C6EE72-DDB9-448A-A758-8CA1B510090C}" type="parTrans" cxnId="{6E8B61F1-EB6B-4D3F-8247-1189B1231E20}">
      <dgm:prSet/>
      <dgm:spPr/>
      <dgm:t>
        <a:bodyPr/>
        <a:lstStyle/>
        <a:p>
          <a:endParaRPr lang="en-US"/>
        </a:p>
      </dgm:t>
    </dgm:pt>
    <dgm:pt modelId="{90138CD1-7891-493C-B1EF-43BB8A4B9736}">
      <dgm:prSet/>
      <dgm:spPr/>
      <dgm:t>
        <a:bodyPr/>
        <a:lstStyle/>
        <a:p>
          <a:r>
            <a:rPr lang="it-IT" b="1" i="0" dirty="0" err="1"/>
            <a:t>Preserve</a:t>
          </a:r>
          <a:r>
            <a:rPr lang="it-IT" b="1" i="0" dirty="0"/>
            <a:t> generative </a:t>
          </a:r>
          <a:r>
            <a:rPr lang="it-IT" b="1" i="0" dirty="0" err="1"/>
            <a:t>quality</a:t>
          </a:r>
          <a:r>
            <a:rPr lang="it-IT" b="1" i="0" dirty="0"/>
            <a:t> (</a:t>
          </a:r>
          <a:r>
            <a:rPr lang="it-IT" b="1" i="0" dirty="0" err="1"/>
            <a:t>translation</a:t>
          </a:r>
          <a:r>
            <a:rPr lang="it-IT" b="1" i="0" dirty="0"/>
            <a:t>, QA) </a:t>
          </a:r>
          <a:endParaRPr lang="en-US" dirty="0"/>
        </a:p>
      </dgm:t>
    </dgm:pt>
    <dgm:pt modelId="{D978CEE4-EA8B-4DD5-A7CB-F3A1B9DDC46F}" type="parTrans" cxnId="{C419B41C-0615-4A8F-B66D-F3D419DA4C43}">
      <dgm:prSet/>
      <dgm:spPr/>
      <dgm:t>
        <a:bodyPr/>
        <a:lstStyle/>
        <a:p>
          <a:endParaRPr lang="it-IT"/>
        </a:p>
      </dgm:t>
    </dgm:pt>
    <dgm:pt modelId="{C2636ACE-D438-4BE8-B3EF-CC88E6708177}" type="sibTrans" cxnId="{C419B41C-0615-4A8F-B66D-F3D419DA4C43}">
      <dgm:prSet/>
      <dgm:spPr/>
      <dgm:t>
        <a:bodyPr/>
        <a:lstStyle/>
        <a:p>
          <a:endParaRPr lang="it-IT"/>
        </a:p>
      </dgm:t>
    </dgm:pt>
    <dgm:pt modelId="{AA0A40B1-DE61-4562-9C15-D0D90DE84702}">
      <dgm:prSet/>
      <dgm:spPr/>
      <dgm:t>
        <a:bodyPr/>
        <a:lstStyle/>
        <a:p>
          <a:r>
            <a:rPr lang="it-IT" b="1" i="0" dirty="0" err="1"/>
            <a:t>Improving</a:t>
          </a:r>
          <a:r>
            <a:rPr lang="it-IT" b="1" i="0" dirty="0"/>
            <a:t> </a:t>
          </a:r>
          <a:r>
            <a:rPr lang="it-IT" b="1" i="0" dirty="0" err="1"/>
            <a:t>efficiency</a:t>
          </a:r>
          <a:r>
            <a:rPr lang="it-IT" b="1" i="0" dirty="0"/>
            <a:t> (</a:t>
          </a:r>
          <a:r>
            <a:rPr lang="it-IT" b="1" i="0" dirty="0" err="1"/>
            <a:t>tokenization</a:t>
          </a:r>
          <a:r>
            <a:rPr lang="it-IT" b="1" i="0" dirty="0"/>
            <a:t> speed, </a:t>
          </a:r>
          <a:r>
            <a:rPr lang="it-IT" b="1" i="0" dirty="0" err="1"/>
            <a:t>inference</a:t>
          </a:r>
          <a:r>
            <a:rPr lang="it-IT" b="1" i="0" dirty="0"/>
            <a:t>)</a:t>
          </a:r>
          <a:endParaRPr lang="en-US" dirty="0"/>
        </a:p>
      </dgm:t>
    </dgm:pt>
    <dgm:pt modelId="{83EE593C-2901-439F-90F0-CD637E8BB9C5}" type="parTrans" cxnId="{98DD0C27-B2CC-4C5D-9099-101B3F19675C}">
      <dgm:prSet/>
      <dgm:spPr/>
      <dgm:t>
        <a:bodyPr/>
        <a:lstStyle/>
        <a:p>
          <a:endParaRPr lang="it-IT"/>
        </a:p>
      </dgm:t>
    </dgm:pt>
    <dgm:pt modelId="{1DAC0C46-5BFA-4301-9F8D-7C144141F968}" type="sibTrans" cxnId="{98DD0C27-B2CC-4C5D-9099-101B3F19675C}">
      <dgm:prSet/>
      <dgm:spPr/>
      <dgm:t>
        <a:bodyPr/>
        <a:lstStyle/>
        <a:p>
          <a:endParaRPr lang="it-IT"/>
        </a:p>
      </dgm:t>
    </dgm:pt>
    <dgm:pt modelId="{F74F5638-5D7F-473B-84C3-5CA98A9CF1D1}">
      <dgm:prSet/>
      <dgm:spPr/>
      <dgm:t>
        <a:bodyPr/>
        <a:lstStyle/>
        <a:p>
          <a:r>
            <a:rPr lang="en-US" b="1" dirty="0"/>
            <a:t>Mini-Continual training (Mini-CT) reproduction</a:t>
          </a:r>
        </a:p>
      </dgm:t>
    </dgm:pt>
    <dgm:pt modelId="{954BF801-FF4A-485C-A400-D0B0C434C28B}" type="parTrans" cxnId="{F93CE5EC-BDA9-43B4-9F52-38C467D84A11}">
      <dgm:prSet/>
      <dgm:spPr/>
      <dgm:t>
        <a:bodyPr/>
        <a:lstStyle/>
        <a:p>
          <a:endParaRPr lang="it-IT"/>
        </a:p>
      </dgm:t>
    </dgm:pt>
    <dgm:pt modelId="{DBFC2D15-A67B-4FA9-B663-4656E0241B72}" type="sibTrans" cxnId="{F93CE5EC-BDA9-43B4-9F52-38C467D84A11}">
      <dgm:prSet/>
      <dgm:spPr/>
      <dgm:t>
        <a:bodyPr/>
        <a:lstStyle/>
        <a:p>
          <a:endParaRPr lang="it-IT"/>
        </a:p>
      </dgm:t>
    </dgm:pt>
    <dgm:pt modelId="{8B36E0D0-6580-4B38-B4CC-02CC8128947F}" type="pres">
      <dgm:prSet presAssocID="{D4B98663-53F9-4B68-8966-6051FEC1740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it-IT"/>
        </a:p>
      </dgm:t>
    </dgm:pt>
    <dgm:pt modelId="{989B3CA5-13B0-4A10-B511-B5CBDE409E34}" type="pres">
      <dgm:prSet presAssocID="{3DBFA980-DF47-4297-B262-6DAFF678868A}" presName="thickLine" presStyleLbl="alignNode1" presStyleIdx="0" presStyleCnt="2"/>
      <dgm:spPr/>
    </dgm:pt>
    <dgm:pt modelId="{4842DC54-F7EC-40EF-931C-F819C9589802}" type="pres">
      <dgm:prSet presAssocID="{3DBFA980-DF47-4297-B262-6DAFF678868A}" presName="horz1" presStyleCnt="0"/>
      <dgm:spPr/>
    </dgm:pt>
    <dgm:pt modelId="{CA260AD1-E80A-4E96-931E-2CAFDEBF5D39}" type="pres">
      <dgm:prSet presAssocID="{3DBFA980-DF47-4297-B262-6DAFF678868A}" presName="tx1" presStyleLbl="revTx" presStyleIdx="0" presStyleCnt="8"/>
      <dgm:spPr/>
      <dgm:t>
        <a:bodyPr/>
        <a:lstStyle/>
        <a:p>
          <a:endParaRPr lang="it-IT"/>
        </a:p>
      </dgm:t>
    </dgm:pt>
    <dgm:pt modelId="{1D591B6B-50A9-40DC-A511-6AEDA661DBC2}" type="pres">
      <dgm:prSet presAssocID="{3DBFA980-DF47-4297-B262-6DAFF678868A}" presName="vert1" presStyleCnt="0"/>
      <dgm:spPr/>
    </dgm:pt>
    <dgm:pt modelId="{DCCD1794-24CC-45B6-8EE6-964A865DDE18}" type="pres">
      <dgm:prSet presAssocID="{9AF49217-5363-43D9-A538-50FF67A3F21F}" presName="vertSpace2a" presStyleCnt="0"/>
      <dgm:spPr/>
    </dgm:pt>
    <dgm:pt modelId="{B9575460-3E0E-4C12-95C5-02493324C070}" type="pres">
      <dgm:prSet presAssocID="{9AF49217-5363-43D9-A538-50FF67A3F21F}" presName="horz2" presStyleCnt="0"/>
      <dgm:spPr/>
    </dgm:pt>
    <dgm:pt modelId="{5DD7BC29-3D6E-4F5D-832A-F4D49E459FBA}" type="pres">
      <dgm:prSet presAssocID="{9AF49217-5363-43D9-A538-50FF67A3F21F}" presName="horzSpace2" presStyleCnt="0"/>
      <dgm:spPr/>
    </dgm:pt>
    <dgm:pt modelId="{5E318C59-77A7-41E0-93E0-35D192919C7F}" type="pres">
      <dgm:prSet presAssocID="{9AF49217-5363-43D9-A538-50FF67A3F21F}" presName="tx2" presStyleLbl="revTx" presStyleIdx="1" presStyleCnt="8"/>
      <dgm:spPr/>
      <dgm:t>
        <a:bodyPr/>
        <a:lstStyle/>
        <a:p>
          <a:endParaRPr lang="it-IT"/>
        </a:p>
      </dgm:t>
    </dgm:pt>
    <dgm:pt modelId="{A769C981-25E0-4178-B015-66BEE20B48F5}" type="pres">
      <dgm:prSet presAssocID="{9AF49217-5363-43D9-A538-50FF67A3F21F}" presName="vert2" presStyleCnt="0"/>
      <dgm:spPr/>
    </dgm:pt>
    <dgm:pt modelId="{9FCC97DE-EAB6-414E-BC8E-AE43917C052F}" type="pres">
      <dgm:prSet presAssocID="{9AF49217-5363-43D9-A538-50FF67A3F21F}" presName="thinLine2b" presStyleLbl="callout" presStyleIdx="0" presStyleCnt="6"/>
      <dgm:spPr/>
    </dgm:pt>
    <dgm:pt modelId="{C8608ECF-FE79-4D6C-B167-8A041599883E}" type="pres">
      <dgm:prSet presAssocID="{9AF49217-5363-43D9-A538-50FF67A3F21F}" presName="vertSpace2b" presStyleCnt="0"/>
      <dgm:spPr/>
    </dgm:pt>
    <dgm:pt modelId="{1617DA0F-16EB-4F13-809E-01B06AB38154}" type="pres">
      <dgm:prSet presAssocID="{EA13825D-67F6-4529-B4B4-9E68F4E726D4}" presName="horz2" presStyleCnt="0"/>
      <dgm:spPr/>
    </dgm:pt>
    <dgm:pt modelId="{0DA1864D-1E74-436A-888D-F9760701A016}" type="pres">
      <dgm:prSet presAssocID="{EA13825D-67F6-4529-B4B4-9E68F4E726D4}" presName="horzSpace2" presStyleCnt="0"/>
      <dgm:spPr/>
    </dgm:pt>
    <dgm:pt modelId="{541158D8-C3DE-4468-A129-72CB44703BC7}" type="pres">
      <dgm:prSet presAssocID="{EA13825D-67F6-4529-B4B4-9E68F4E726D4}" presName="tx2" presStyleLbl="revTx" presStyleIdx="2" presStyleCnt="8"/>
      <dgm:spPr/>
      <dgm:t>
        <a:bodyPr/>
        <a:lstStyle/>
        <a:p>
          <a:endParaRPr lang="it-IT"/>
        </a:p>
      </dgm:t>
    </dgm:pt>
    <dgm:pt modelId="{844E8209-7829-4F0C-9FBA-D350791F101F}" type="pres">
      <dgm:prSet presAssocID="{EA13825D-67F6-4529-B4B4-9E68F4E726D4}" presName="vert2" presStyleCnt="0"/>
      <dgm:spPr/>
    </dgm:pt>
    <dgm:pt modelId="{73AEF83C-5E60-4CA0-9EC7-76322B89D921}" type="pres">
      <dgm:prSet presAssocID="{EA13825D-67F6-4529-B4B4-9E68F4E726D4}" presName="thinLine2b" presStyleLbl="callout" presStyleIdx="1" presStyleCnt="6"/>
      <dgm:spPr/>
    </dgm:pt>
    <dgm:pt modelId="{30BC241B-ABDE-4704-8112-73EEF5BA903A}" type="pres">
      <dgm:prSet presAssocID="{EA13825D-67F6-4529-B4B4-9E68F4E726D4}" presName="vertSpace2b" presStyleCnt="0"/>
      <dgm:spPr/>
    </dgm:pt>
    <dgm:pt modelId="{0789C2EB-AE52-47BB-87AD-84B5C4501236}" type="pres">
      <dgm:prSet presAssocID="{AA0A40B1-DE61-4562-9C15-D0D90DE84702}" presName="horz2" presStyleCnt="0"/>
      <dgm:spPr/>
    </dgm:pt>
    <dgm:pt modelId="{A5538C2B-EE85-4B6F-9CB4-58BA7EA82007}" type="pres">
      <dgm:prSet presAssocID="{AA0A40B1-DE61-4562-9C15-D0D90DE84702}" presName="horzSpace2" presStyleCnt="0"/>
      <dgm:spPr/>
    </dgm:pt>
    <dgm:pt modelId="{BDBF3573-D68E-41E8-86E6-0DE56C75BEF0}" type="pres">
      <dgm:prSet presAssocID="{AA0A40B1-DE61-4562-9C15-D0D90DE84702}" presName="tx2" presStyleLbl="revTx" presStyleIdx="3" presStyleCnt="8"/>
      <dgm:spPr/>
      <dgm:t>
        <a:bodyPr/>
        <a:lstStyle/>
        <a:p>
          <a:endParaRPr lang="it-IT"/>
        </a:p>
      </dgm:t>
    </dgm:pt>
    <dgm:pt modelId="{45FBEF11-EAC7-48C0-954C-78ECEB0CB8A8}" type="pres">
      <dgm:prSet presAssocID="{AA0A40B1-DE61-4562-9C15-D0D90DE84702}" presName="vert2" presStyleCnt="0"/>
      <dgm:spPr/>
    </dgm:pt>
    <dgm:pt modelId="{FE33D0E2-FA8F-46FC-A875-3BF1CAC8D439}" type="pres">
      <dgm:prSet presAssocID="{AA0A40B1-DE61-4562-9C15-D0D90DE84702}" presName="thinLine2b" presStyleLbl="callout" presStyleIdx="2" presStyleCnt="6"/>
      <dgm:spPr/>
    </dgm:pt>
    <dgm:pt modelId="{E0EA5A5E-1A32-49FB-A935-55E9888666FC}" type="pres">
      <dgm:prSet presAssocID="{AA0A40B1-DE61-4562-9C15-D0D90DE84702}" presName="vertSpace2b" presStyleCnt="0"/>
      <dgm:spPr/>
    </dgm:pt>
    <dgm:pt modelId="{DF011B6B-739E-40E0-A8E7-C2B4156C03E8}" type="pres">
      <dgm:prSet presAssocID="{90138CD1-7891-493C-B1EF-43BB8A4B9736}" presName="horz2" presStyleCnt="0"/>
      <dgm:spPr/>
    </dgm:pt>
    <dgm:pt modelId="{525E3F0A-9478-473F-B080-E7A663C90DEA}" type="pres">
      <dgm:prSet presAssocID="{90138CD1-7891-493C-B1EF-43BB8A4B9736}" presName="horzSpace2" presStyleCnt="0"/>
      <dgm:spPr/>
    </dgm:pt>
    <dgm:pt modelId="{E4904765-127A-4CAD-9D51-7A4EC19A2344}" type="pres">
      <dgm:prSet presAssocID="{90138CD1-7891-493C-B1EF-43BB8A4B9736}" presName="tx2" presStyleLbl="revTx" presStyleIdx="4" presStyleCnt="8"/>
      <dgm:spPr/>
      <dgm:t>
        <a:bodyPr/>
        <a:lstStyle/>
        <a:p>
          <a:endParaRPr lang="it-IT"/>
        </a:p>
      </dgm:t>
    </dgm:pt>
    <dgm:pt modelId="{39E74689-E45D-4DC9-8078-11E2CD8650FC}" type="pres">
      <dgm:prSet presAssocID="{90138CD1-7891-493C-B1EF-43BB8A4B9736}" presName="vert2" presStyleCnt="0"/>
      <dgm:spPr/>
    </dgm:pt>
    <dgm:pt modelId="{037A37AD-02CE-49C6-A267-29ECB857C566}" type="pres">
      <dgm:prSet presAssocID="{90138CD1-7891-493C-B1EF-43BB8A4B9736}" presName="thinLine2b" presStyleLbl="callout" presStyleIdx="3" presStyleCnt="6"/>
      <dgm:spPr/>
    </dgm:pt>
    <dgm:pt modelId="{F37B2657-9BB8-441E-AEB2-3EF11E1B42E3}" type="pres">
      <dgm:prSet presAssocID="{90138CD1-7891-493C-B1EF-43BB8A4B9736}" presName="vertSpace2b" presStyleCnt="0"/>
      <dgm:spPr/>
    </dgm:pt>
    <dgm:pt modelId="{79976E9D-960C-4465-B9DF-7881B85AE86D}" type="pres">
      <dgm:prSet presAssocID="{E22C429C-931A-4212-B50A-43C664DA56B4}" presName="thickLine" presStyleLbl="alignNode1" presStyleIdx="1" presStyleCnt="2"/>
      <dgm:spPr/>
    </dgm:pt>
    <dgm:pt modelId="{4996521C-8638-452D-8DE9-65CA0A9DBEC6}" type="pres">
      <dgm:prSet presAssocID="{E22C429C-931A-4212-B50A-43C664DA56B4}" presName="horz1" presStyleCnt="0"/>
      <dgm:spPr/>
    </dgm:pt>
    <dgm:pt modelId="{73323667-DA55-42A2-A18C-E42AC1E09BCD}" type="pres">
      <dgm:prSet presAssocID="{E22C429C-931A-4212-B50A-43C664DA56B4}" presName="tx1" presStyleLbl="revTx" presStyleIdx="5" presStyleCnt="8"/>
      <dgm:spPr/>
      <dgm:t>
        <a:bodyPr/>
        <a:lstStyle/>
        <a:p>
          <a:endParaRPr lang="it-IT"/>
        </a:p>
      </dgm:t>
    </dgm:pt>
    <dgm:pt modelId="{CF8C0BEA-23AB-4909-AA92-B02B91EFA841}" type="pres">
      <dgm:prSet presAssocID="{E22C429C-931A-4212-B50A-43C664DA56B4}" presName="vert1" presStyleCnt="0"/>
      <dgm:spPr/>
    </dgm:pt>
    <dgm:pt modelId="{D6CD1450-0EC6-4A68-B92C-A8F23A99B972}" type="pres">
      <dgm:prSet presAssocID="{305A8B0C-CC5C-4AF2-BF71-B3510ACB3496}" presName="vertSpace2a" presStyleCnt="0"/>
      <dgm:spPr/>
    </dgm:pt>
    <dgm:pt modelId="{FCB2F68B-4F19-4348-9245-E61642C06009}" type="pres">
      <dgm:prSet presAssocID="{305A8B0C-CC5C-4AF2-BF71-B3510ACB3496}" presName="horz2" presStyleCnt="0"/>
      <dgm:spPr/>
    </dgm:pt>
    <dgm:pt modelId="{9F36A25E-1FC5-4AD7-9F70-785E76282D20}" type="pres">
      <dgm:prSet presAssocID="{305A8B0C-CC5C-4AF2-BF71-B3510ACB3496}" presName="horzSpace2" presStyleCnt="0"/>
      <dgm:spPr/>
    </dgm:pt>
    <dgm:pt modelId="{A7D5AB93-6055-4D17-BE9D-3485175EC7BE}" type="pres">
      <dgm:prSet presAssocID="{305A8B0C-CC5C-4AF2-BF71-B3510ACB3496}" presName="tx2" presStyleLbl="revTx" presStyleIdx="6" presStyleCnt="8"/>
      <dgm:spPr/>
      <dgm:t>
        <a:bodyPr/>
        <a:lstStyle/>
        <a:p>
          <a:endParaRPr lang="it-IT"/>
        </a:p>
      </dgm:t>
    </dgm:pt>
    <dgm:pt modelId="{318A8911-75AE-4FDE-998A-B409AA685C26}" type="pres">
      <dgm:prSet presAssocID="{305A8B0C-CC5C-4AF2-BF71-B3510ACB3496}" presName="vert2" presStyleCnt="0"/>
      <dgm:spPr/>
    </dgm:pt>
    <dgm:pt modelId="{98BAF806-CD8D-4DAA-B848-355C4FF54C7E}" type="pres">
      <dgm:prSet presAssocID="{305A8B0C-CC5C-4AF2-BF71-B3510ACB3496}" presName="thinLine2b" presStyleLbl="callout" presStyleIdx="4" presStyleCnt="6"/>
      <dgm:spPr/>
    </dgm:pt>
    <dgm:pt modelId="{BFD4CFE1-046C-47A2-B715-BE5D9F792094}" type="pres">
      <dgm:prSet presAssocID="{305A8B0C-CC5C-4AF2-BF71-B3510ACB3496}" presName="vertSpace2b" presStyleCnt="0"/>
      <dgm:spPr/>
    </dgm:pt>
    <dgm:pt modelId="{857A450A-263B-46CD-B33E-BC3A8B38A8CC}" type="pres">
      <dgm:prSet presAssocID="{F74F5638-5D7F-473B-84C3-5CA98A9CF1D1}" presName="horz2" presStyleCnt="0"/>
      <dgm:spPr/>
    </dgm:pt>
    <dgm:pt modelId="{76BA10A0-CB83-4F24-A3A5-77D74A7F725F}" type="pres">
      <dgm:prSet presAssocID="{F74F5638-5D7F-473B-84C3-5CA98A9CF1D1}" presName="horzSpace2" presStyleCnt="0"/>
      <dgm:spPr/>
    </dgm:pt>
    <dgm:pt modelId="{A3476AE6-F88D-422D-B126-BF28C795200F}" type="pres">
      <dgm:prSet presAssocID="{F74F5638-5D7F-473B-84C3-5CA98A9CF1D1}" presName="tx2" presStyleLbl="revTx" presStyleIdx="7" presStyleCnt="8"/>
      <dgm:spPr/>
      <dgm:t>
        <a:bodyPr/>
        <a:lstStyle/>
        <a:p>
          <a:endParaRPr lang="it-IT"/>
        </a:p>
      </dgm:t>
    </dgm:pt>
    <dgm:pt modelId="{68DC97F1-E347-4435-BCF7-1486BEC97802}" type="pres">
      <dgm:prSet presAssocID="{F74F5638-5D7F-473B-84C3-5CA98A9CF1D1}" presName="vert2" presStyleCnt="0"/>
      <dgm:spPr/>
    </dgm:pt>
    <dgm:pt modelId="{FCCCFBDE-B90C-4C59-9DAF-FF02D8D4F472}" type="pres">
      <dgm:prSet presAssocID="{F74F5638-5D7F-473B-84C3-5CA98A9CF1D1}" presName="thinLine2b" presStyleLbl="callout" presStyleIdx="5" presStyleCnt="6"/>
      <dgm:spPr/>
    </dgm:pt>
    <dgm:pt modelId="{01117B2D-5F3B-4A70-B83F-A2C9B8459AD1}" type="pres">
      <dgm:prSet presAssocID="{F74F5638-5D7F-473B-84C3-5CA98A9CF1D1}" presName="vertSpace2b" presStyleCnt="0"/>
      <dgm:spPr/>
    </dgm:pt>
  </dgm:ptLst>
  <dgm:cxnLst>
    <dgm:cxn modelId="{0F02EEB7-B377-429F-B585-79E1F2A8E28E}" type="presOf" srcId="{D4B98663-53F9-4B68-8966-6051FEC17408}" destId="{8B36E0D0-6580-4B38-B4CC-02CC8128947F}" srcOrd="0" destOrd="0" presId="urn:microsoft.com/office/officeart/2008/layout/LinedList"/>
    <dgm:cxn modelId="{862E60F9-2345-4553-BB34-585E3D1BA3AD}" srcId="{3DBFA980-DF47-4297-B262-6DAFF678868A}" destId="{9AF49217-5363-43D9-A538-50FF67A3F21F}" srcOrd="0" destOrd="0" parTransId="{3F11AA0A-79C1-4908-B883-F76297DB6278}" sibTransId="{B0230DF0-9E46-41C4-8082-40DD3682E811}"/>
    <dgm:cxn modelId="{56630CB0-F25F-427A-A6D8-B253B7F18194}" type="presOf" srcId="{E22C429C-931A-4212-B50A-43C664DA56B4}" destId="{73323667-DA55-42A2-A18C-E42AC1E09BCD}" srcOrd="0" destOrd="0" presId="urn:microsoft.com/office/officeart/2008/layout/LinedList"/>
    <dgm:cxn modelId="{9A283E9D-08A0-4125-B769-C927DA2F6CAA}" type="presOf" srcId="{AA0A40B1-DE61-4562-9C15-D0D90DE84702}" destId="{BDBF3573-D68E-41E8-86E6-0DE56C75BEF0}" srcOrd="0" destOrd="0" presId="urn:microsoft.com/office/officeart/2008/layout/LinedList"/>
    <dgm:cxn modelId="{98DD0C27-B2CC-4C5D-9099-101B3F19675C}" srcId="{3DBFA980-DF47-4297-B262-6DAFF678868A}" destId="{AA0A40B1-DE61-4562-9C15-D0D90DE84702}" srcOrd="2" destOrd="0" parTransId="{83EE593C-2901-439F-90F0-CD637E8BB9C5}" sibTransId="{1DAC0C46-5BFA-4301-9F8D-7C144141F968}"/>
    <dgm:cxn modelId="{E83E57FB-496A-4414-831E-B0CF5470DA1C}" type="presOf" srcId="{90138CD1-7891-493C-B1EF-43BB8A4B9736}" destId="{E4904765-127A-4CAD-9D51-7A4EC19A2344}" srcOrd="0" destOrd="0" presId="urn:microsoft.com/office/officeart/2008/layout/LinedList"/>
    <dgm:cxn modelId="{9495149E-ADA3-427F-B371-C5105106D1FB}" type="presOf" srcId="{EA13825D-67F6-4529-B4B4-9E68F4E726D4}" destId="{541158D8-C3DE-4468-A129-72CB44703BC7}" srcOrd="0" destOrd="0" presId="urn:microsoft.com/office/officeart/2008/layout/LinedList"/>
    <dgm:cxn modelId="{C22A94BD-22BE-479F-9E6B-98FF2A02E137}" srcId="{D4B98663-53F9-4B68-8966-6051FEC17408}" destId="{E22C429C-931A-4212-B50A-43C664DA56B4}" srcOrd="1" destOrd="0" parTransId="{479362E1-CC92-49F2-9147-933566395987}" sibTransId="{0054FC1C-116D-41C4-BEA4-B8FFDC51DD9A}"/>
    <dgm:cxn modelId="{C419B41C-0615-4A8F-B66D-F3D419DA4C43}" srcId="{3DBFA980-DF47-4297-B262-6DAFF678868A}" destId="{90138CD1-7891-493C-B1EF-43BB8A4B9736}" srcOrd="3" destOrd="0" parTransId="{D978CEE4-EA8B-4DD5-A7CB-F3A1B9DDC46F}" sibTransId="{C2636ACE-D438-4BE8-B3EF-CC88E6708177}"/>
    <dgm:cxn modelId="{A8B73C5C-676F-44CC-84EE-B4B56F69D96E}" type="presOf" srcId="{305A8B0C-CC5C-4AF2-BF71-B3510ACB3496}" destId="{A7D5AB93-6055-4D17-BE9D-3485175EC7BE}" srcOrd="0" destOrd="0" presId="urn:microsoft.com/office/officeart/2008/layout/LinedList"/>
    <dgm:cxn modelId="{254EE401-DA13-4AB6-AA7E-5884DF053E87}" type="presOf" srcId="{F74F5638-5D7F-473B-84C3-5CA98A9CF1D1}" destId="{A3476AE6-F88D-422D-B126-BF28C795200F}" srcOrd="0" destOrd="0" presId="urn:microsoft.com/office/officeart/2008/layout/LinedList"/>
    <dgm:cxn modelId="{86E96361-F7DA-465F-AC12-60EE5804F8D1}" srcId="{E22C429C-931A-4212-B50A-43C664DA56B4}" destId="{305A8B0C-CC5C-4AF2-BF71-B3510ACB3496}" srcOrd="0" destOrd="0" parTransId="{FF583197-7A65-4B43-A8A5-EE913CB117E2}" sibTransId="{2843718D-3826-464D-B251-0CA25F605DC8}"/>
    <dgm:cxn modelId="{1CA3D27D-97F1-48EB-88A1-89A9054AEF2C}" type="presOf" srcId="{9AF49217-5363-43D9-A538-50FF67A3F21F}" destId="{5E318C59-77A7-41E0-93E0-35D192919C7F}" srcOrd="0" destOrd="0" presId="urn:microsoft.com/office/officeart/2008/layout/LinedList"/>
    <dgm:cxn modelId="{A157274B-2F81-47D7-84F5-F1F02243D65D}" srcId="{3DBFA980-DF47-4297-B262-6DAFF678868A}" destId="{EA13825D-67F6-4529-B4B4-9E68F4E726D4}" srcOrd="1" destOrd="0" parTransId="{4CFC9CA0-CE62-490C-B2EA-80BF601FA238}" sibTransId="{EF046A9F-AA9D-4B78-8D19-37533C8040D5}"/>
    <dgm:cxn modelId="{DB6402B4-321C-4B4D-9FCA-E34712370A63}" type="presOf" srcId="{3DBFA980-DF47-4297-B262-6DAFF678868A}" destId="{CA260AD1-E80A-4E96-931E-2CAFDEBF5D39}" srcOrd="0" destOrd="0" presId="urn:microsoft.com/office/officeart/2008/layout/LinedList"/>
    <dgm:cxn modelId="{6E8B61F1-EB6B-4D3F-8247-1189B1231E20}" srcId="{D4B98663-53F9-4B68-8966-6051FEC17408}" destId="{3DBFA980-DF47-4297-B262-6DAFF678868A}" srcOrd="0" destOrd="0" parTransId="{E6C6EE72-DDB9-448A-A758-8CA1B510090C}" sibTransId="{CCFDC822-A2D4-48D7-B4B6-B15E3702ABE6}"/>
    <dgm:cxn modelId="{F93CE5EC-BDA9-43B4-9F52-38C467D84A11}" srcId="{E22C429C-931A-4212-B50A-43C664DA56B4}" destId="{F74F5638-5D7F-473B-84C3-5CA98A9CF1D1}" srcOrd="1" destOrd="0" parTransId="{954BF801-FF4A-485C-A400-D0B0C434C28B}" sibTransId="{DBFC2D15-A67B-4FA9-B663-4656E0241B72}"/>
    <dgm:cxn modelId="{B997D8DE-AEB0-4194-85C2-C7D2F5B77482}" type="presParOf" srcId="{8B36E0D0-6580-4B38-B4CC-02CC8128947F}" destId="{989B3CA5-13B0-4A10-B511-B5CBDE409E34}" srcOrd="0" destOrd="0" presId="urn:microsoft.com/office/officeart/2008/layout/LinedList"/>
    <dgm:cxn modelId="{4C0C6786-5544-4069-ACC0-19D8AECFFD80}" type="presParOf" srcId="{8B36E0D0-6580-4B38-B4CC-02CC8128947F}" destId="{4842DC54-F7EC-40EF-931C-F819C9589802}" srcOrd="1" destOrd="0" presId="urn:microsoft.com/office/officeart/2008/layout/LinedList"/>
    <dgm:cxn modelId="{B3488BE4-D0E8-45AD-8573-6152C6461B31}" type="presParOf" srcId="{4842DC54-F7EC-40EF-931C-F819C9589802}" destId="{CA260AD1-E80A-4E96-931E-2CAFDEBF5D39}" srcOrd="0" destOrd="0" presId="urn:microsoft.com/office/officeart/2008/layout/LinedList"/>
    <dgm:cxn modelId="{C5E4E6ED-F8C0-439E-92A2-4DDA83F66D68}" type="presParOf" srcId="{4842DC54-F7EC-40EF-931C-F819C9589802}" destId="{1D591B6B-50A9-40DC-A511-6AEDA661DBC2}" srcOrd="1" destOrd="0" presId="urn:microsoft.com/office/officeart/2008/layout/LinedList"/>
    <dgm:cxn modelId="{50251C61-8729-49AA-8356-E0ECC65BF14E}" type="presParOf" srcId="{1D591B6B-50A9-40DC-A511-6AEDA661DBC2}" destId="{DCCD1794-24CC-45B6-8EE6-964A865DDE18}" srcOrd="0" destOrd="0" presId="urn:microsoft.com/office/officeart/2008/layout/LinedList"/>
    <dgm:cxn modelId="{4CC91E0B-1A26-401F-A80D-49C3B8F49DE2}" type="presParOf" srcId="{1D591B6B-50A9-40DC-A511-6AEDA661DBC2}" destId="{B9575460-3E0E-4C12-95C5-02493324C070}" srcOrd="1" destOrd="0" presId="urn:microsoft.com/office/officeart/2008/layout/LinedList"/>
    <dgm:cxn modelId="{9A94F672-6BA2-4A4B-AA9B-9DF104E00C68}" type="presParOf" srcId="{B9575460-3E0E-4C12-95C5-02493324C070}" destId="{5DD7BC29-3D6E-4F5D-832A-F4D49E459FBA}" srcOrd="0" destOrd="0" presId="urn:microsoft.com/office/officeart/2008/layout/LinedList"/>
    <dgm:cxn modelId="{F76DB515-3879-4D44-AB48-C684FF6B3A50}" type="presParOf" srcId="{B9575460-3E0E-4C12-95C5-02493324C070}" destId="{5E318C59-77A7-41E0-93E0-35D192919C7F}" srcOrd="1" destOrd="0" presId="urn:microsoft.com/office/officeart/2008/layout/LinedList"/>
    <dgm:cxn modelId="{E48DE887-E1E9-404B-8EED-C8922D0708D8}" type="presParOf" srcId="{B9575460-3E0E-4C12-95C5-02493324C070}" destId="{A769C981-25E0-4178-B015-66BEE20B48F5}" srcOrd="2" destOrd="0" presId="urn:microsoft.com/office/officeart/2008/layout/LinedList"/>
    <dgm:cxn modelId="{F2BB80EA-3E78-4D78-90E7-E15A0244DE8D}" type="presParOf" srcId="{1D591B6B-50A9-40DC-A511-6AEDA661DBC2}" destId="{9FCC97DE-EAB6-414E-BC8E-AE43917C052F}" srcOrd="2" destOrd="0" presId="urn:microsoft.com/office/officeart/2008/layout/LinedList"/>
    <dgm:cxn modelId="{38C152B0-D5F9-47D6-8A32-4C0B0194ED85}" type="presParOf" srcId="{1D591B6B-50A9-40DC-A511-6AEDA661DBC2}" destId="{C8608ECF-FE79-4D6C-B167-8A041599883E}" srcOrd="3" destOrd="0" presId="urn:microsoft.com/office/officeart/2008/layout/LinedList"/>
    <dgm:cxn modelId="{81910E63-C54A-4B5A-9E91-E8F45E37DA42}" type="presParOf" srcId="{1D591B6B-50A9-40DC-A511-6AEDA661DBC2}" destId="{1617DA0F-16EB-4F13-809E-01B06AB38154}" srcOrd="4" destOrd="0" presId="urn:microsoft.com/office/officeart/2008/layout/LinedList"/>
    <dgm:cxn modelId="{9BB2B4C8-C3D4-4F60-AC42-77556D6FF8C0}" type="presParOf" srcId="{1617DA0F-16EB-4F13-809E-01B06AB38154}" destId="{0DA1864D-1E74-436A-888D-F9760701A016}" srcOrd="0" destOrd="0" presId="urn:microsoft.com/office/officeart/2008/layout/LinedList"/>
    <dgm:cxn modelId="{F52B7162-8383-476E-A5D5-6E277F76BF47}" type="presParOf" srcId="{1617DA0F-16EB-4F13-809E-01B06AB38154}" destId="{541158D8-C3DE-4468-A129-72CB44703BC7}" srcOrd="1" destOrd="0" presId="urn:microsoft.com/office/officeart/2008/layout/LinedList"/>
    <dgm:cxn modelId="{BA6E869A-5889-4AEC-9FF2-4300F7B87678}" type="presParOf" srcId="{1617DA0F-16EB-4F13-809E-01B06AB38154}" destId="{844E8209-7829-4F0C-9FBA-D350791F101F}" srcOrd="2" destOrd="0" presId="urn:microsoft.com/office/officeart/2008/layout/LinedList"/>
    <dgm:cxn modelId="{E9648A0E-4EA2-4C3B-8C7F-36079C50108B}" type="presParOf" srcId="{1D591B6B-50A9-40DC-A511-6AEDA661DBC2}" destId="{73AEF83C-5E60-4CA0-9EC7-76322B89D921}" srcOrd="5" destOrd="0" presId="urn:microsoft.com/office/officeart/2008/layout/LinedList"/>
    <dgm:cxn modelId="{664B364B-3B5D-4743-8099-6CD50C7B696D}" type="presParOf" srcId="{1D591B6B-50A9-40DC-A511-6AEDA661DBC2}" destId="{30BC241B-ABDE-4704-8112-73EEF5BA903A}" srcOrd="6" destOrd="0" presId="urn:microsoft.com/office/officeart/2008/layout/LinedList"/>
    <dgm:cxn modelId="{BBC83187-49FE-48A5-A175-501318C45115}" type="presParOf" srcId="{1D591B6B-50A9-40DC-A511-6AEDA661DBC2}" destId="{0789C2EB-AE52-47BB-87AD-84B5C4501236}" srcOrd="7" destOrd="0" presId="urn:microsoft.com/office/officeart/2008/layout/LinedList"/>
    <dgm:cxn modelId="{7649A68E-865B-453C-ADF8-3EC3CDA59164}" type="presParOf" srcId="{0789C2EB-AE52-47BB-87AD-84B5C4501236}" destId="{A5538C2B-EE85-4B6F-9CB4-58BA7EA82007}" srcOrd="0" destOrd="0" presId="urn:microsoft.com/office/officeart/2008/layout/LinedList"/>
    <dgm:cxn modelId="{7B8B991E-8F8B-4074-A82C-DCB300DABE8A}" type="presParOf" srcId="{0789C2EB-AE52-47BB-87AD-84B5C4501236}" destId="{BDBF3573-D68E-41E8-86E6-0DE56C75BEF0}" srcOrd="1" destOrd="0" presId="urn:microsoft.com/office/officeart/2008/layout/LinedList"/>
    <dgm:cxn modelId="{A8D413C5-FED0-4BA1-AD1A-41B17D64D6B9}" type="presParOf" srcId="{0789C2EB-AE52-47BB-87AD-84B5C4501236}" destId="{45FBEF11-EAC7-48C0-954C-78ECEB0CB8A8}" srcOrd="2" destOrd="0" presId="urn:microsoft.com/office/officeart/2008/layout/LinedList"/>
    <dgm:cxn modelId="{987F4938-3042-477B-A3BF-814808BA79BE}" type="presParOf" srcId="{1D591B6B-50A9-40DC-A511-6AEDA661DBC2}" destId="{FE33D0E2-FA8F-46FC-A875-3BF1CAC8D439}" srcOrd="8" destOrd="0" presId="urn:microsoft.com/office/officeart/2008/layout/LinedList"/>
    <dgm:cxn modelId="{54FD7AA1-4B1E-4C40-B2D1-52E37CD3668C}" type="presParOf" srcId="{1D591B6B-50A9-40DC-A511-6AEDA661DBC2}" destId="{E0EA5A5E-1A32-49FB-A935-55E9888666FC}" srcOrd="9" destOrd="0" presId="urn:microsoft.com/office/officeart/2008/layout/LinedList"/>
    <dgm:cxn modelId="{8B86C911-73F7-4EE2-9F39-CD2CC1469D63}" type="presParOf" srcId="{1D591B6B-50A9-40DC-A511-6AEDA661DBC2}" destId="{DF011B6B-739E-40E0-A8E7-C2B4156C03E8}" srcOrd="10" destOrd="0" presId="urn:microsoft.com/office/officeart/2008/layout/LinedList"/>
    <dgm:cxn modelId="{573B64A2-F3E7-40E6-94D2-6F862A104E9E}" type="presParOf" srcId="{DF011B6B-739E-40E0-A8E7-C2B4156C03E8}" destId="{525E3F0A-9478-473F-B080-E7A663C90DEA}" srcOrd="0" destOrd="0" presId="urn:microsoft.com/office/officeart/2008/layout/LinedList"/>
    <dgm:cxn modelId="{1EDACBCC-19DB-4F58-8443-A9C2A247B06D}" type="presParOf" srcId="{DF011B6B-739E-40E0-A8E7-C2B4156C03E8}" destId="{E4904765-127A-4CAD-9D51-7A4EC19A2344}" srcOrd="1" destOrd="0" presId="urn:microsoft.com/office/officeart/2008/layout/LinedList"/>
    <dgm:cxn modelId="{F354C90B-349D-4561-A624-F2E91A0F7398}" type="presParOf" srcId="{DF011B6B-739E-40E0-A8E7-C2B4156C03E8}" destId="{39E74689-E45D-4DC9-8078-11E2CD8650FC}" srcOrd="2" destOrd="0" presId="urn:microsoft.com/office/officeart/2008/layout/LinedList"/>
    <dgm:cxn modelId="{F84BEAFD-473E-435A-B225-9BEB162D4FF1}" type="presParOf" srcId="{1D591B6B-50A9-40DC-A511-6AEDA661DBC2}" destId="{037A37AD-02CE-49C6-A267-29ECB857C566}" srcOrd="11" destOrd="0" presId="urn:microsoft.com/office/officeart/2008/layout/LinedList"/>
    <dgm:cxn modelId="{0A13AF4E-2A91-4837-8FBF-973F8E0B9C0F}" type="presParOf" srcId="{1D591B6B-50A9-40DC-A511-6AEDA661DBC2}" destId="{F37B2657-9BB8-441E-AEB2-3EF11E1B42E3}" srcOrd="12" destOrd="0" presId="urn:microsoft.com/office/officeart/2008/layout/LinedList"/>
    <dgm:cxn modelId="{85A9237C-9420-4706-9152-98497BDEC658}" type="presParOf" srcId="{8B36E0D0-6580-4B38-B4CC-02CC8128947F}" destId="{79976E9D-960C-4465-B9DF-7881B85AE86D}" srcOrd="2" destOrd="0" presId="urn:microsoft.com/office/officeart/2008/layout/LinedList"/>
    <dgm:cxn modelId="{13532533-6289-4CB5-B2F5-C4F5236C4F40}" type="presParOf" srcId="{8B36E0D0-6580-4B38-B4CC-02CC8128947F}" destId="{4996521C-8638-452D-8DE9-65CA0A9DBEC6}" srcOrd="3" destOrd="0" presId="urn:microsoft.com/office/officeart/2008/layout/LinedList"/>
    <dgm:cxn modelId="{C9F35D5E-A648-4A19-96D0-470B4731F3B7}" type="presParOf" srcId="{4996521C-8638-452D-8DE9-65CA0A9DBEC6}" destId="{73323667-DA55-42A2-A18C-E42AC1E09BCD}" srcOrd="0" destOrd="0" presId="urn:microsoft.com/office/officeart/2008/layout/LinedList"/>
    <dgm:cxn modelId="{483D592F-0B52-40A0-B2CC-E89F0A7D84AC}" type="presParOf" srcId="{4996521C-8638-452D-8DE9-65CA0A9DBEC6}" destId="{CF8C0BEA-23AB-4909-AA92-B02B91EFA841}" srcOrd="1" destOrd="0" presId="urn:microsoft.com/office/officeart/2008/layout/LinedList"/>
    <dgm:cxn modelId="{A2DA08B6-F451-47B9-9CAA-5F759A691416}" type="presParOf" srcId="{CF8C0BEA-23AB-4909-AA92-B02B91EFA841}" destId="{D6CD1450-0EC6-4A68-B92C-A8F23A99B972}" srcOrd="0" destOrd="0" presId="urn:microsoft.com/office/officeart/2008/layout/LinedList"/>
    <dgm:cxn modelId="{D5639FF1-9DF5-4D4C-A815-8803FDD17130}" type="presParOf" srcId="{CF8C0BEA-23AB-4909-AA92-B02B91EFA841}" destId="{FCB2F68B-4F19-4348-9245-E61642C06009}" srcOrd="1" destOrd="0" presId="urn:microsoft.com/office/officeart/2008/layout/LinedList"/>
    <dgm:cxn modelId="{D31E7241-D7F1-4370-9385-084AC15B36B8}" type="presParOf" srcId="{FCB2F68B-4F19-4348-9245-E61642C06009}" destId="{9F36A25E-1FC5-4AD7-9F70-785E76282D20}" srcOrd="0" destOrd="0" presId="urn:microsoft.com/office/officeart/2008/layout/LinedList"/>
    <dgm:cxn modelId="{82993FF9-6C60-41BB-9FAB-5BF1CA5A157C}" type="presParOf" srcId="{FCB2F68B-4F19-4348-9245-E61642C06009}" destId="{A7D5AB93-6055-4D17-BE9D-3485175EC7BE}" srcOrd="1" destOrd="0" presId="urn:microsoft.com/office/officeart/2008/layout/LinedList"/>
    <dgm:cxn modelId="{30BC08A4-7A37-43DB-B4B8-D708658FEF22}" type="presParOf" srcId="{FCB2F68B-4F19-4348-9245-E61642C06009}" destId="{318A8911-75AE-4FDE-998A-B409AA685C26}" srcOrd="2" destOrd="0" presId="urn:microsoft.com/office/officeart/2008/layout/LinedList"/>
    <dgm:cxn modelId="{C74619A8-5C5E-4997-84BB-73BDB9DA5157}" type="presParOf" srcId="{CF8C0BEA-23AB-4909-AA92-B02B91EFA841}" destId="{98BAF806-CD8D-4DAA-B848-355C4FF54C7E}" srcOrd="2" destOrd="0" presId="urn:microsoft.com/office/officeart/2008/layout/LinedList"/>
    <dgm:cxn modelId="{3FE71DD5-82ED-45EC-BB9C-8ED93892A382}" type="presParOf" srcId="{CF8C0BEA-23AB-4909-AA92-B02B91EFA841}" destId="{BFD4CFE1-046C-47A2-B715-BE5D9F792094}" srcOrd="3" destOrd="0" presId="urn:microsoft.com/office/officeart/2008/layout/LinedList"/>
    <dgm:cxn modelId="{AB96D25F-0FC3-4E81-82A1-58912597A88E}" type="presParOf" srcId="{CF8C0BEA-23AB-4909-AA92-B02B91EFA841}" destId="{857A450A-263B-46CD-B33E-BC3A8B38A8CC}" srcOrd="4" destOrd="0" presId="urn:microsoft.com/office/officeart/2008/layout/LinedList"/>
    <dgm:cxn modelId="{85186B8E-D7F0-4B1B-BB8D-3DC7519483F7}" type="presParOf" srcId="{857A450A-263B-46CD-B33E-BC3A8B38A8CC}" destId="{76BA10A0-CB83-4F24-A3A5-77D74A7F725F}" srcOrd="0" destOrd="0" presId="urn:microsoft.com/office/officeart/2008/layout/LinedList"/>
    <dgm:cxn modelId="{47A35CCB-5CAC-4031-A49B-75B2D089232D}" type="presParOf" srcId="{857A450A-263B-46CD-B33E-BC3A8B38A8CC}" destId="{A3476AE6-F88D-422D-B126-BF28C795200F}" srcOrd="1" destOrd="0" presId="urn:microsoft.com/office/officeart/2008/layout/LinedList"/>
    <dgm:cxn modelId="{D6F2C076-2AF2-4E89-8135-16705C93CF55}" type="presParOf" srcId="{857A450A-263B-46CD-B33E-BC3A8B38A8CC}" destId="{68DC97F1-E347-4435-BCF7-1486BEC97802}" srcOrd="2" destOrd="0" presId="urn:microsoft.com/office/officeart/2008/layout/LinedList"/>
    <dgm:cxn modelId="{2A4E15B5-F076-4B77-BFAA-1C2D69EC0E4B}" type="presParOf" srcId="{CF8C0BEA-23AB-4909-AA92-B02B91EFA841}" destId="{FCCCFBDE-B90C-4C59-9DAF-FF02D8D4F472}" srcOrd="5" destOrd="0" presId="urn:microsoft.com/office/officeart/2008/layout/LinedList"/>
    <dgm:cxn modelId="{9CDC407E-CE19-4EB6-96A5-D717E7A2B267}" type="presParOf" srcId="{CF8C0BEA-23AB-4909-AA92-B02B91EFA841}" destId="{01117B2D-5F3B-4A70-B83F-A2C9B8459AD1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B98663-53F9-4B68-8966-6051FEC17408}" type="doc">
      <dgm:prSet loTypeId="urn:microsoft.com/office/officeart/2008/layout/LinedList" loCatId="list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9AF49217-5363-43D9-A538-50FF67A3F21F}">
      <dgm:prSet/>
      <dgm:spPr/>
      <dgm:t>
        <a:bodyPr/>
        <a:lstStyle/>
        <a:p>
          <a:r>
            <a:rPr lang="it-IT" dirty="0"/>
            <a:t>Token </a:t>
          </a:r>
          <a:r>
            <a:rPr lang="it-IT" dirty="0" err="1"/>
            <a:t>Fertility</a:t>
          </a:r>
          <a:endParaRPr lang="en-US" dirty="0"/>
        </a:p>
      </dgm:t>
    </dgm:pt>
    <dgm:pt modelId="{3F11AA0A-79C1-4908-B883-F76297DB6278}" type="parTrans" cxnId="{862E60F9-2345-4553-BB34-585E3D1BA3AD}">
      <dgm:prSet/>
      <dgm:spPr/>
      <dgm:t>
        <a:bodyPr/>
        <a:lstStyle/>
        <a:p>
          <a:endParaRPr lang="en-US"/>
        </a:p>
      </dgm:t>
    </dgm:pt>
    <dgm:pt modelId="{B0230DF0-9E46-41C4-8082-40DD3682E811}" type="sibTrans" cxnId="{862E60F9-2345-4553-BB34-585E3D1BA3AD}">
      <dgm:prSet/>
      <dgm:spPr/>
      <dgm:t>
        <a:bodyPr/>
        <a:lstStyle/>
        <a:p>
          <a:endParaRPr lang="en-US"/>
        </a:p>
      </dgm:t>
    </dgm:pt>
    <dgm:pt modelId="{305A8B0C-CC5C-4AF2-BF71-B3510ACB3496}">
      <dgm:prSet/>
      <dgm:spPr/>
      <dgm:t>
        <a:bodyPr/>
        <a:lstStyle/>
        <a:p>
          <a:pPr>
            <a:buFont typeface="Arial" panose="020B0604020202020204" pitchFamily="34" charset="0"/>
          </a:pPr>
          <a:r>
            <a:rPr lang="it-IT" dirty="0" err="1"/>
            <a:t>Simplified</a:t>
          </a:r>
          <a:r>
            <a:rPr lang="it-IT" dirty="0"/>
            <a:t> SAVA </a:t>
          </a:r>
          <a:r>
            <a:rPr lang="it-IT" dirty="0" err="1"/>
            <a:t>implementation</a:t>
          </a:r>
          <a:endParaRPr lang="en-US" dirty="0"/>
        </a:p>
      </dgm:t>
    </dgm:pt>
    <dgm:pt modelId="{FF583197-7A65-4B43-A8A5-EE913CB117E2}" type="parTrans" cxnId="{86E96361-F7DA-465F-AC12-60EE5804F8D1}">
      <dgm:prSet/>
      <dgm:spPr/>
      <dgm:t>
        <a:bodyPr/>
        <a:lstStyle/>
        <a:p>
          <a:endParaRPr lang="en-US"/>
        </a:p>
      </dgm:t>
    </dgm:pt>
    <dgm:pt modelId="{2843718D-3826-464D-B251-0CA25F605DC8}" type="sibTrans" cxnId="{86E96361-F7DA-465F-AC12-60EE5804F8D1}">
      <dgm:prSet/>
      <dgm:spPr/>
      <dgm:t>
        <a:bodyPr/>
        <a:lstStyle/>
        <a:p>
          <a:endParaRPr lang="en-US"/>
        </a:p>
      </dgm:t>
    </dgm:pt>
    <dgm:pt modelId="{3DBFA980-DF47-4297-B262-6DAFF678868A}">
      <dgm:prSet/>
      <dgm:spPr/>
      <dgm:t>
        <a:bodyPr/>
        <a:lstStyle/>
        <a:p>
          <a:r>
            <a:rPr lang="it-IT" b="1" dirty="0"/>
            <a:t>Quantitative Check-Up</a:t>
          </a:r>
          <a:endParaRPr lang="en-US" b="1" dirty="0"/>
        </a:p>
      </dgm:t>
    </dgm:pt>
    <dgm:pt modelId="{CCFDC822-A2D4-48D7-B4B6-B15E3702ABE6}" type="sibTrans" cxnId="{6E8B61F1-EB6B-4D3F-8247-1189B1231E20}">
      <dgm:prSet/>
      <dgm:spPr/>
      <dgm:t>
        <a:bodyPr/>
        <a:lstStyle/>
        <a:p>
          <a:endParaRPr lang="en-US"/>
        </a:p>
      </dgm:t>
    </dgm:pt>
    <dgm:pt modelId="{E6C6EE72-DDB9-448A-A758-8CA1B510090C}" type="parTrans" cxnId="{6E8B61F1-EB6B-4D3F-8247-1189B1231E20}">
      <dgm:prSet/>
      <dgm:spPr/>
      <dgm:t>
        <a:bodyPr/>
        <a:lstStyle/>
        <a:p>
          <a:endParaRPr lang="en-US"/>
        </a:p>
      </dgm:t>
    </dgm:pt>
    <dgm:pt modelId="{1C851437-3F9C-4019-A7DF-85B4A84FCFF0}">
      <dgm:prSet/>
      <dgm:spPr/>
      <dgm:t>
        <a:bodyPr/>
        <a:lstStyle/>
        <a:p>
          <a:r>
            <a:rPr lang="it-IT" dirty="0"/>
            <a:t>Token Count</a:t>
          </a:r>
        </a:p>
      </dgm:t>
    </dgm:pt>
    <dgm:pt modelId="{4CB136BD-D270-4FD3-A3CA-000AAAD89C64}" type="parTrans" cxnId="{F6DF0305-9492-43D5-827C-2F7125A48D1D}">
      <dgm:prSet/>
      <dgm:spPr/>
      <dgm:t>
        <a:bodyPr/>
        <a:lstStyle/>
        <a:p>
          <a:endParaRPr lang="it-IT"/>
        </a:p>
      </dgm:t>
    </dgm:pt>
    <dgm:pt modelId="{A667AAF4-9DC2-4862-A661-4615469D47FE}" type="sibTrans" cxnId="{F6DF0305-9492-43D5-827C-2F7125A48D1D}">
      <dgm:prSet/>
      <dgm:spPr/>
      <dgm:t>
        <a:bodyPr/>
        <a:lstStyle/>
        <a:p>
          <a:endParaRPr lang="it-IT"/>
        </a:p>
      </dgm:t>
    </dgm:pt>
    <dgm:pt modelId="{A5DC472C-9374-4C3A-AD21-D71129886BBD}">
      <dgm:prSet/>
      <dgm:spPr/>
      <dgm:t>
        <a:bodyPr/>
        <a:lstStyle/>
        <a:p>
          <a:r>
            <a:rPr lang="it-IT" dirty="0" err="1"/>
            <a:t>Tokenization</a:t>
          </a:r>
          <a:r>
            <a:rPr lang="it-IT" dirty="0"/>
            <a:t> Speed</a:t>
          </a:r>
        </a:p>
      </dgm:t>
    </dgm:pt>
    <dgm:pt modelId="{A463464A-EF64-4E7E-A20A-1683F451C421}" type="parTrans" cxnId="{6A7BEB24-64ED-45D9-8C0D-5E15315E0536}">
      <dgm:prSet/>
      <dgm:spPr/>
      <dgm:t>
        <a:bodyPr/>
        <a:lstStyle/>
        <a:p>
          <a:endParaRPr lang="it-IT"/>
        </a:p>
      </dgm:t>
    </dgm:pt>
    <dgm:pt modelId="{B009C501-6EA2-4C04-BB4B-0FA2804CEF4B}" type="sibTrans" cxnId="{6A7BEB24-64ED-45D9-8C0D-5E15315E0536}">
      <dgm:prSet/>
      <dgm:spPr/>
      <dgm:t>
        <a:bodyPr/>
        <a:lstStyle/>
        <a:p>
          <a:endParaRPr lang="it-IT"/>
        </a:p>
      </dgm:t>
    </dgm:pt>
    <dgm:pt modelId="{37B90812-73E1-47C8-B48E-B604C2E7ECDF}">
      <dgm:prSet/>
      <dgm:spPr/>
      <dgm:t>
        <a:bodyPr/>
        <a:lstStyle/>
        <a:p>
          <a:r>
            <a:rPr lang="it-IT" dirty="0"/>
            <a:t>Light </a:t>
          </a:r>
          <a:r>
            <a:rPr lang="it-IT" dirty="0" err="1"/>
            <a:t>Inference</a:t>
          </a:r>
          <a:r>
            <a:rPr lang="it-IT" dirty="0"/>
            <a:t> Time</a:t>
          </a:r>
        </a:p>
      </dgm:t>
    </dgm:pt>
    <dgm:pt modelId="{779EF615-5348-4321-B6D7-5687E3558E49}" type="parTrans" cxnId="{235FC3E7-2070-45B0-A8BB-ABAC077AE16C}">
      <dgm:prSet/>
      <dgm:spPr/>
      <dgm:t>
        <a:bodyPr/>
        <a:lstStyle/>
        <a:p>
          <a:endParaRPr lang="it-IT"/>
        </a:p>
      </dgm:t>
    </dgm:pt>
    <dgm:pt modelId="{E16E89F0-44CF-40C0-B97B-1746E1AEE860}" type="sibTrans" cxnId="{235FC3E7-2070-45B0-A8BB-ABAC077AE16C}">
      <dgm:prSet/>
      <dgm:spPr/>
      <dgm:t>
        <a:bodyPr/>
        <a:lstStyle/>
        <a:p>
          <a:endParaRPr lang="it-IT"/>
        </a:p>
      </dgm:t>
    </dgm:pt>
    <dgm:pt modelId="{E22C429C-931A-4212-B50A-43C664DA56B4}">
      <dgm:prSet/>
      <dgm:spPr/>
      <dgm:t>
        <a:bodyPr/>
        <a:lstStyle/>
        <a:p>
          <a:pPr>
            <a:buFont typeface="Arial" panose="020B0604020202020204" pitchFamily="34" charset="0"/>
          </a:pPr>
          <a:r>
            <a:rPr lang="it-IT" b="1" dirty="0" smtClean="0"/>
            <a:t>Mini-</a:t>
          </a:r>
          <a:r>
            <a:rPr lang="it-IT" b="1" dirty="0" err="1" smtClean="0"/>
            <a:t>Continual</a:t>
          </a:r>
          <a:r>
            <a:rPr lang="it-IT" b="1" dirty="0" smtClean="0"/>
            <a:t> Training</a:t>
          </a:r>
          <a:endParaRPr lang="en-US" b="1" dirty="0"/>
        </a:p>
      </dgm:t>
    </dgm:pt>
    <dgm:pt modelId="{0054FC1C-116D-41C4-BEA4-B8FFDC51DD9A}" type="sibTrans" cxnId="{C22A94BD-22BE-479F-9E6B-98FF2A02E137}">
      <dgm:prSet/>
      <dgm:spPr/>
      <dgm:t>
        <a:bodyPr/>
        <a:lstStyle/>
        <a:p>
          <a:endParaRPr lang="en-US"/>
        </a:p>
      </dgm:t>
    </dgm:pt>
    <dgm:pt modelId="{479362E1-CC92-49F2-9147-933566395987}" type="parTrans" cxnId="{C22A94BD-22BE-479F-9E6B-98FF2A02E137}">
      <dgm:prSet/>
      <dgm:spPr/>
      <dgm:t>
        <a:bodyPr/>
        <a:lstStyle/>
        <a:p>
          <a:endParaRPr lang="en-US"/>
        </a:p>
      </dgm:t>
    </dgm:pt>
    <dgm:pt modelId="{3CAD7234-9817-49D6-8712-9A2C7182D7D6}">
      <dgm:prSet/>
      <dgm:spPr/>
      <dgm:t>
        <a:bodyPr/>
        <a:lstStyle/>
        <a:p>
          <a:r>
            <a:rPr lang="it-IT" dirty="0"/>
            <a:t>Model </a:t>
          </a:r>
          <a:r>
            <a:rPr lang="it-IT" dirty="0" err="1"/>
            <a:t>initialization</a:t>
          </a:r>
          <a:endParaRPr lang="it-IT" dirty="0"/>
        </a:p>
      </dgm:t>
    </dgm:pt>
    <dgm:pt modelId="{532FA77C-E9BF-47F7-919B-1BA5F87F0377}" type="parTrans" cxnId="{E535DB66-CD34-4BCC-921D-BD468386AC88}">
      <dgm:prSet/>
      <dgm:spPr/>
      <dgm:t>
        <a:bodyPr/>
        <a:lstStyle/>
        <a:p>
          <a:endParaRPr lang="it-IT"/>
        </a:p>
      </dgm:t>
    </dgm:pt>
    <dgm:pt modelId="{5BB2D3A4-21C8-4E09-A220-7E9BB9EA0C82}" type="sibTrans" cxnId="{E535DB66-CD34-4BCC-921D-BD468386AC88}">
      <dgm:prSet/>
      <dgm:spPr/>
      <dgm:t>
        <a:bodyPr/>
        <a:lstStyle/>
        <a:p>
          <a:endParaRPr lang="it-IT"/>
        </a:p>
      </dgm:t>
    </dgm:pt>
    <dgm:pt modelId="{EBB02862-0195-4266-AE20-3F48A4001C60}">
      <dgm:prSet/>
      <dgm:spPr/>
      <dgm:t>
        <a:bodyPr/>
        <a:lstStyle/>
        <a:p>
          <a:r>
            <a:rPr lang="it-IT" dirty="0"/>
            <a:t>Mini-</a:t>
          </a:r>
          <a:r>
            <a:rPr lang="it-IT" dirty="0" err="1"/>
            <a:t>Continual</a:t>
          </a:r>
          <a:r>
            <a:rPr lang="it-IT" dirty="0"/>
            <a:t> Training with </a:t>
          </a:r>
          <a:r>
            <a:rPr lang="it-IT" dirty="0" err="1"/>
            <a:t>LoRA</a:t>
          </a:r>
          <a:r>
            <a:rPr lang="it-IT" dirty="0"/>
            <a:t>, 1 </a:t>
          </a:r>
          <a:r>
            <a:rPr lang="it-IT" dirty="0" err="1"/>
            <a:t>epoch</a:t>
          </a:r>
          <a:endParaRPr lang="it-IT" dirty="0"/>
        </a:p>
      </dgm:t>
    </dgm:pt>
    <dgm:pt modelId="{48106EFA-B3F2-4DF4-800F-045AB2617550}" type="parTrans" cxnId="{45A800FF-6444-4598-8650-2BF4EB3A5203}">
      <dgm:prSet/>
      <dgm:spPr/>
      <dgm:t>
        <a:bodyPr/>
        <a:lstStyle/>
        <a:p>
          <a:endParaRPr lang="it-IT"/>
        </a:p>
      </dgm:t>
    </dgm:pt>
    <dgm:pt modelId="{16A5AD64-F091-47A2-9ACB-117375A0710D}" type="sibTrans" cxnId="{45A800FF-6444-4598-8650-2BF4EB3A5203}">
      <dgm:prSet/>
      <dgm:spPr/>
      <dgm:t>
        <a:bodyPr/>
        <a:lstStyle/>
        <a:p>
          <a:endParaRPr lang="it-IT"/>
        </a:p>
      </dgm:t>
    </dgm:pt>
    <dgm:pt modelId="{8E3C5F60-642F-46BD-BC8D-16FC9BA8454C}">
      <dgm:prSet/>
      <dgm:spPr/>
      <dgm:t>
        <a:bodyPr/>
        <a:lstStyle/>
        <a:p>
          <a:r>
            <a:rPr lang="it-IT" dirty="0" smtClean="0"/>
            <a:t>Generative </a:t>
          </a:r>
          <a:r>
            <a:rPr lang="it-IT" dirty="0" err="1" smtClean="0"/>
            <a:t>evaluation</a:t>
          </a:r>
          <a:r>
            <a:rPr lang="it-IT" dirty="0" smtClean="0"/>
            <a:t> (BLEU/ROUGE)</a:t>
          </a:r>
          <a:endParaRPr lang="it-IT" dirty="0"/>
        </a:p>
      </dgm:t>
    </dgm:pt>
    <dgm:pt modelId="{9AF12C56-2F1E-4EEC-9DD2-B466AEA92A5A}" type="parTrans" cxnId="{33C9B5A6-3744-4324-9630-4EF010D9FD1D}">
      <dgm:prSet/>
      <dgm:spPr/>
      <dgm:t>
        <a:bodyPr/>
        <a:lstStyle/>
        <a:p>
          <a:endParaRPr lang="it-IT"/>
        </a:p>
      </dgm:t>
    </dgm:pt>
    <dgm:pt modelId="{F037FB45-CF88-4943-B086-C0E412B83B7A}" type="sibTrans" cxnId="{33C9B5A6-3744-4324-9630-4EF010D9FD1D}">
      <dgm:prSet/>
      <dgm:spPr/>
      <dgm:t>
        <a:bodyPr/>
        <a:lstStyle/>
        <a:p>
          <a:endParaRPr lang="it-IT"/>
        </a:p>
      </dgm:t>
    </dgm:pt>
    <dgm:pt modelId="{8332217F-3825-4F34-A9CA-A9C3E20D2E08}">
      <dgm:prSet/>
      <dgm:spPr/>
      <dgm:t>
        <a:bodyPr/>
        <a:lstStyle/>
        <a:p>
          <a:r>
            <a:rPr lang="it-IT" dirty="0" smtClean="0"/>
            <a:t>	Using </a:t>
          </a:r>
          <a:r>
            <a:rPr lang="it-IT" dirty="0" err="1" smtClean="0"/>
            <a:t>official</a:t>
          </a:r>
          <a:r>
            <a:rPr lang="it-IT" dirty="0" smtClean="0"/>
            <a:t> </a:t>
          </a:r>
          <a:r>
            <a:rPr lang="it-IT" dirty="0" err="1" smtClean="0"/>
            <a:t>models</a:t>
          </a:r>
          <a:r>
            <a:rPr lang="it-IT" dirty="0" smtClean="0"/>
            <a:t>: Base </a:t>
          </a:r>
          <a:r>
            <a:rPr lang="it-IT" dirty="0" err="1" smtClean="0"/>
            <a:t>Llama</a:t>
          </a:r>
          <a:r>
            <a:rPr lang="it-IT" dirty="0" smtClean="0"/>
            <a:t>, LAPT, SAVA, FVT</a:t>
          </a:r>
          <a:endParaRPr lang="it-IT" dirty="0"/>
        </a:p>
      </dgm:t>
    </dgm:pt>
    <dgm:pt modelId="{642DC612-D23E-4744-A90C-2E3D0BFF96AD}" type="parTrans" cxnId="{A1A90C75-1167-4ACE-ABF8-37FFF6C6546D}">
      <dgm:prSet/>
      <dgm:spPr/>
      <dgm:t>
        <a:bodyPr/>
        <a:lstStyle/>
        <a:p>
          <a:endParaRPr lang="it-IT"/>
        </a:p>
      </dgm:t>
    </dgm:pt>
    <dgm:pt modelId="{115CB4FE-E069-40D6-A823-A798A779F689}" type="sibTrans" cxnId="{A1A90C75-1167-4ACE-ABF8-37FFF6C6546D}">
      <dgm:prSet/>
      <dgm:spPr/>
      <dgm:t>
        <a:bodyPr/>
        <a:lstStyle/>
        <a:p>
          <a:endParaRPr lang="it-IT"/>
        </a:p>
      </dgm:t>
    </dgm:pt>
    <dgm:pt modelId="{EDB83C7E-1CF3-4D65-B788-68DB8B88ACAC}" type="pres">
      <dgm:prSet presAssocID="{D4B98663-53F9-4B68-8966-6051FEC1740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it-IT"/>
        </a:p>
      </dgm:t>
    </dgm:pt>
    <dgm:pt modelId="{138071EF-47D6-4D48-A0E3-BB39D9D5AF36}" type="pres">
      <dgm:prSet presAssocID="{3DBFA980-DF47-4297-B262-6DAFF678868A}" presName="thickLine" presStyleLbl="alignNode1" presStyleIdx="0" presStyleCnt="2"/>
      <dgm:spPr/>
    </dgm:pt>
    <dgm:pt modelId="{B3DB8293-40D6-4064-A87D-9ACF07F4F1F3}" type="pres">
      <dgm:prSet presAssocID="{3DBFA980-DF47-4297-B262-6DAFF678868A}" presName="horz1" presStyleCnt="0"/>
      <dgm:spPr/>
    </dgm:pt>
    <dgm:pt modelId="{41035B1D-3DB5-4DE4-836A-09F402A8C35C}" type="pres">
      <dgm:prSet presAssocID="{3DBFA980-DF47-4297-B262-6DAFF678868A}" presName="tx1" presStyleLbl="revTx" presStyleIdx="0" presStyleCnt="11"/>
      <dgm:spPr/>
      <dgm:t>
        <a:bodyPr/>
        <a:lstStyle/>
        <a:p>
          <a:endParaRPr lang="it-IT"/>
        </a:p>
      </dgm:t>
    </dgm:pt>
    <dgm:pt modelId="{35007518-FD7B-4FFA-AAF9-99F5A23E1EB5}" type="pres">
      <dgm:prSet presAssocID="{3DBFA980-DF47-4297-B262-6DAFF678868A}" presName="vert1" presStyleCnt="0"/>
      <dgm:spPr/>
    </dgm:pt>
    <dgm:pt modelId="{F682FD1B-F5BE-4C1F-9FC9-5428C36FD38E}" type="pres">
      <dgm:prSet presAssocID="{9AF49217-5363-43D9-A538-50FF67A3F21F}" presName="vertSpace2a" presStyleCnt="0"/>
      <dgm:spPr/>
    </dgm:pt>
    <dgm:pt modelId="{3E6EACAA-42BF-4E59-A2B7-EC3718D8A429}" type="pres">
      <dgm:prSet presAssocID="{9AF49217-5363-43D9-A538-50FF67A3F21F}" presName="horz2" presStyleCnt="0"/>
      <dgm:spPr/>
    </dgm:pt>
    <dgm:pt modelId="{EB102E1B-5F7F-4C1D-9FB0-838422423810}" type="pres">
      <dgm:prSet presAssocID="{9AF49217-5363-43D9-A538-50FF67A3F21F}" presName="horzSpace2" presStyleCnt="0"/>
      <dgm:spPr/>
    </dgm:pt>
    <dgm:pt modelId="{02F59840-450D-4D31-A76E-5DAE6C940370}" type="pres">
      <dgm:prSet presAssocID="{9AF49217-5363-43D9-A538-50FF67A3F21F}" presName="tx2" presStyleLbl="revTx" presStyleIdx="1" presStyleCnt="11"/>
      <dgm:spPr/>
      <dgm:t>
        <a:bodyPr/>
        <a:lstStyle/>
        <a:p>
          <a:endParaRPr lang="it-IT"/>
        </a:p>
      </dgm:t>
    </dgm:pt>
    <dgm:pt modelId="{F24521E4-B551-490F-98FC-9996117578E3}" type="pres">
      <dgm:prSet presAssocID="{9AF49217-5363-43D9-A538-50FF67A3F21F}" presName="vert2" presStyleCnt="0"/>
      <dgm:spPr/>
    </dgm:pt>
    <dgm:pt modelId="{3430B260-D437-4E98-967E-C2D7BD292E88}" type="pres">
      <dgm:prSet presAssocID="{9AF49217-5363-43D9-A538-50FF67A3F21F}" presName="thinLine2b" presStyleLbl="callout" presStyleIdx="0" presStyleCnt="9"/>
      <dgm:spPr/>
    </dgm:pt>
    <dgm:pt modelId="{F475B1D5-2FB5-4BFF-9B2B-BF2A3E10C091}" type="pres">
      <dgm:prSet presAssocID="{9AF49217-5363-43D9-A538-50FF67A3F21F}" presName="vertSpace2b" presStyleCnt="0"/>
      <dgm:spPr/>
    </dgm:pt>
    <dgm:pt modelId="{D400E455-D2D2-4480-A2BA-1EEE71287F59}" type="pres">
      <dgm:prSet presAssocID="{1C851437-3F9C-4019-A7DF-85B4A84FCFF0}" presName="horz2" presStyleCnt="0"/>
      <dgm:spPr/>
    </dgm:pt>
    <dgm:pt modelId="{8979CF50-744B-4966-8C13-C383B0D977E8}" type="pres">
      <dgm:prSet presAssocID="{1C851437-3F9C-4019-A7DF-85B4A84FCFF0}" presName="horzSpace2" presStyleCnt="0"/>
      <dgm:spPr/>
    </dgm:pt>
    <dgm:pt modelId="{6902D6A3-9F97-4D59-9358-83F05AD583D8}" type="pres">
      <dgm:prSet presAssocID="{1C851437-3F9C-4019-A7DF-85B4A84FCFF0}" presName="tx2" presStyleLbl="revTx" presStyleIdx="2" presStyleCnt="11"/>
      <dgm:spPr/>
      <dgm:t>
        <a:bodyPr/>
        <a:lstStyle/>
        <a:p>
          <a:endParaRPr lang="it-IT"/>
        </a:p>
      </dgm:t>
    </dgm:pt>
    <dgm:pt modelId="{B0053CAA-858C-471D-AB30-7DCF7B864760}" type="pres">
      <dgm:prSet presAssocID="{1C851437-3F9C-4019-A7DF-85B4A84FCFF0}" presName="vert2" presStyleCnt="0"/>
      <dgm:spPr/>
    </dgm:pt>
    <dgm:pt modelId="{0CB57431-AC1E-49B2-AA33-CFB515F36ACF}" type="pres">
      <dgm:prSet presAssocID="{1C851437-3F9C-4019-A7DF-85B4A84FCFF0}" presName="thinLine2b" presStyleLbl="callout" presStyleIdx="1" presStyleCnt="9"/>
      <dgm:spPr/>
    </dgm:pt>
    <dgm:pt modelId="{079A0A12-4C50-496C-9451-C7216356A5BD}" type="pres">
      <dgm:prSet presAssocID="{1C851437-3F9C-4019-A7DF-85B4A84FCFF0}" presName="vertSpace2b" presStyleCnt="0"/>
      <dgm:spPr/>
    </dgm:pt>
    <dgm:pt modelId="{B26907CC-3C90-4350-86B3-3EB9111EFE6E}" type="pres">
      <dgm:prSet presAssocID="{A5DC472C-9374-4C3A-AD21-D71129886BBD}" presName="horz2" presStyleCnt="0"/>
      <dgm:spPr/>
    </dgm:pt>
    <dgm:pt modelId="{17A45D8D-5489-41E4-8ACA-A4E0ADA8641C}" type="pres">
      <dgm:prSet presAssocID="{A5DC472C-9374-4C3A-AD21-D71129886BBD}" presName="horzSpace2" presStyleCnt="0"/>
      <dgm:spPr/>
    </dgm:pt>
    <dgm:pt modelId="{A706C013-50AE-4CCF-942E-7F304CFE4341}" type="pres">
      <dgm:prSet presAssocID="{A5DC472C-9374-4C3A-AD21-D71129886BBD}" presName="tx2" presStyleLbl="revTx" presStyleIdx="3" presStyleCnt="11"/>
      <dgm:spPr/>
      <dgm:t>
        <a:bodyPr/>
        <a:lstStyle/>
        <a:p>
          <a:endParaRPr lang="it-IT"/>
        </a:p>
      </dgm:t>
    </dgm:pt>
    <dgm:pt modelId="{1086F654-A4EB-44A8-A502-C8F51104CB69}" type="pres">
      <dgm:prSet presAssocID="{A5DC472C-9374-4C3A-AD21-D71129886BBD}" presName="vert2" presStyleCnt="0"/>
      <dgm:spPr/>
    </dgm:pt>
    <dgm:pt modelId="{6701F396-DF30-4957-BBC9-94C07F991ECC}" type="pres">
      <dgm:prSet presAssocID="{A5DC472C-9374-4C3A-AD21-D71129886BBD}" presName="thinLine2b" presStyleLbl="callout" presStyleIdx="2" presStyleCnt="9"/>
      <dgm:spPr/>
    </dgm:pt>
    <dgm:pt modelId="{037F8648-4E5A-4E4A-8E47-07776640A355}" type="pres">
      <dgm:prSet presAssocID="{A5DC472C-9374-4C3A-AD21-D71129886BBD}" presName="vertSpace2b" presStyleCnt="0"/>
      <dgm:spPr/>
    </dgm:pt>
    <dgm:pt modelId="{19196014-6D12-4BBC-A309-D34BC7BAB328}" type="pres">
      <dgm:prSet presAssocID="{37B90812-73E1-47C8-B48E-B604C2E7ECDF}" presName="horz2" presStyleCnt="0"/>
      <dgm:spPr/>
    </dgm:pt>
    <dgm:pt modelId="{2588CF80-6092-4B06-858D-5F8241FA4417}" type="pres">
      <dgm:prSet presAssocID="{37B90812-73E1-47C8-B48E-B604C2E7ECDF}" presName="horzSpace2" presStyleCnt="0"/>
      <dgm:spPr/>
    </dgm:pt>
    <dgm:pt modelId="{89C9AC3D-AD4A-48F3-8DC8-49732A919B2D}" type="pres">
      <dgm:prSet presAssocID="{37B90812-73E1-47C8-B48E-B604C2E7ECDF}" presName="tx2" presStyleLbl="revTx" presStyleIdx="4" presStyleCnt="11"/>
      <dgm:spPr/>
      <dgm:t>
        <a:bodyPr/>
        <a:lstStyle/>
        <a:p>
          <a:endParaRPr lang="it-IT"/>
        </a:p>
      </dgm:t>
    </dgm:pt>
    <dgm:pt modelId="{B288F999-0BBD-4ED7-8F03-F16C81B7BB22}" type="pres">
      <dgm:prSet presAssocID="{37B90812-73E1-47C8-B48E-B604C2E7ECDF}" presName="vert2" presStyleCnt="0"/>
      <dgm:spPr/>
    </dgm:pt>
    <dgm:pt modelId="{02F98BD3-BB2D-4B19-B71B-981CFDEA6596}" type="pres">
      <dgm:prSet presAssocID="{37B90812-73E1-47C8-B48E-B604C2E7ECDF}" presName="thinLine2b" presStyleLbl="callout" presStyleIdx="3" presStyleCnt="9"/>
      <dgm:spPr/>
    </dgm:pt>
    <dgm:pt modelId="{45289F2A-3C8A-4D43-8E59-F59DCD359281}" type="pres">
      <dgm:prSet presAssocID="{37B90812-73E1-47C8-B48E-B604C2E7ECDF}" presName="vertSpace2b" presStyleCnt="0"/>
      <dgm:spPr/>
    </dgm:pt>
    <dgm:pt modelId="{361922C1-44FE-4BDE-B9DC-F9A655142BF6}" type="pres">
      <dgm:prSet presAssocID="{8E3C5F60-642F-46BD-BC8D-16FC9BA8454C}" presName="horz2" presStyleCnt="0"/>
      <dgm:spPr/>
    </dgm:pt>
    <dgm:pt modelId="{D8A955E1-A6F6-48BA-8E90-F11C49565CDB}" type="pres">
      <dgm:prSet presAssocID="{8E3C5F60-642F-46BD-BC8D-16FC9BA8454C}" presName="horzSpace2" presStyleCnt="0"/>
      <dgm:spPr/>
    </dgm:pt>
    <dgm:pt modelId="{9115687F-1DFA-40A8-81F9-7F8D4F55D049}" type="pres">
      <dgm:prSet presAssocID="{8E3C5F60-642F-46BD-BC8D-16FC9BA8454C}" presName="tx2" presStyleLbl="revTx" presStyleIdx="5" presStyleCnt="11"/>
      <dgm:spPr/>
      <dgm:t>
        <a:bodyPr/>
        <a:lstStyle/>
        <a:p>
          <a:endParaRPr lang="it-IT"/>
        </a:p>
      </dgm:t>
    </dgm:pt>
    <dgm:pt modelId="{3C3F80C0-9423-4517-ACD1-7A9F3B092815}" type="pres">
      <dgm:prSet presAssocID="{8E3C5F60-642F-46BD-BC8D-16FC9BA8454C}" presName="vert2" presStyleCnt="0"/>
      <dgm:spPr/>
    </dgm:pt>
    <dgm:pt modelId="{EF10A434-497D-4391-A593-E00DB939C25A}" type="pres">
      <dgm:prSet presAssocID="{8E3C5F60-642F-46BD-BC8D-16FC9BA8454C}" presName="thinLine2b" presStyleLbl="callout" presStyleIdx="4" presStyleCnt="9"/>
      <dgm:spPr/>
    </dgm:pt>
    <dgm:pt modelId="{613BAC18-A78B-4FD0-B772-2B3D2C6DE277}" type="pres">
      <dgm:prSet presAssocID="{8E3C5F60-642F-46BD-BC8D-16FC9BA8454C}" presName="vertSpace2b" presStyleCnt="0"/>
      <dgm:spPr/>
    </dgm:pt>
    <dgm:pt modelId="{32DDF8FD-7AC1-48C9-AA87-AAB6E035543D}" type="pres">
      <dgm:prSet presAssocID="{8332217F-3825-4F34-A9CA-A9C3E20D2E08}" presName="horz2" presStyleCnt="0"/>
      <dgm:spPr/>
    </dgm:pt>
    <dgm:pt modelId="{B720A06E-A2C7-42AB-A90F-612E96550F92}" type="pres">
      <dgm:prSet presAssocID="{8332217F-3825-4F34-A9CA-A9C3E20D2E08}" presName="horzSpace2" presStyleCnt="0"/>
      <dgm:spPr/>
    </dgm:pt>
    <dgm:pt modelId="{CA9BFECF-3477-4F12-973C-F97EF4715D7F}" type="pres">
      <dgm:prSet presAssocID="{8332217F-3825-4F34-A9CA-A9C3E20D2E08}" presName="tx2" presStyleLbl="revTx" presStyleIdx="6" presStyleCnt="11"/>
      <dgm:spPr/>
      <dgm:t>
        <a:bodyPr/>
        <a:lstStyle/>
        <a:p>
          <a:endParaRPr lang="it-IT"/>
        </a:p>
      </dgm:t>
    </dgm:pt>
    <dgm:pt modelId="{6DA1B47C-D061-4D9C-A1BC-6FBEA3E3ACC7}" type="pres">
      <dgm:prSet presAssocID="{8332217F-3825-4F34-A9CA-A9C3E20D2E08}" presName="vert2" presStyleCnt="0"/>
      <dgm:spPr/>
    </dgm:pt>
    <dgm:pt modelId="{90870172-11F0-4385-9319-A7912B518549}" type="pres">
      <dgm:prSet presAssocID="{8332217F-3825-4F34-A9CA-A9C3E20D2E08}" presName="thinLine2b" presStyleLbl="callout" presStyleIdx="5" presStyleCnt="9"/>
      <dgm:spPr/>
    </dgm:pt>
    <dgm:pt modelId="{08E8AC57-E7B9-43F5-9768-8338D38D7E82}" type="pres">
      <dgm:prSet presAssocID="{8332217F-3825-4F34-A9CA-A9C3E20D2E08}" presName="vertSpace2b" presStyleCnt="0"/>
      <dgm:spPr/>
    </dgm:pt>
    <dgm:pt modelId="{E3F92E05-6D4B-48AE-B5C9-2F818F5880B0}" type="pres">
      <dgm:prSet presAssocID="{E22C429C-931A-4212-B50A-43C664DA56B4}" presName="thickLine" presStyleLbl="alignNode1" presStyleIdx="1" presStyleCnt="2"/>
      <dgm:spPr/>
    </dgm:pt>
    <dgm:pt modelId="{21C595A6-5E1D-48F4-B368-55D13F41DE97}" type="pres">
      <dgm:prSet presAssocID="{E22C429C-931A-4212-B50A-43C664DA56B4}" presName="horz1" presStyleCnt="0"/>
      <dgm:spPr/>
    </dgm:pt>
    <dgm:pt modelId="{A3524AA1-A15D-4453-8CD2-870CB4210213}" type="pres">
      <dgm:prSet presAssocID="{E22C429C-931A-4212-B50A-43C664DA56B4}" presName="tx1" presStyleLbl="revTx" presStyleIdx="7" presStyleCnt="11"/>
      <dgm:spPr/>
      <dgm:t>
        <a:bodyPr/>
        <a:lstStyle/>
        <a:p>
          <a:endParaRPr lang="it-IT"/>
        </a:p>
      </dgm:t>
    </dgm:pt>
    <dgm:pt modelId="{12A59B2B-FFED-42F9-9E2B-9D81E5B26453}" type="pres">
      <dgm:prSet presAssocID="{E22C429C-931A-4212-B50A-43C664DA56B4}" presName="vert1" presStyleCnt="0"/>
      <dgm:spPr/>
    </dgm:pt>
    <dgm:pt modelId="{3A3DF0CD-9B11-4339-8D11-73DED9418093}" type="pres">
      <dgm:prSet presAssocID="{305A8B0C-CC5C-4AF2-BF71-B3510ACB3496}" presName="vertSpace2a" presStyleCnt="0"/>
      <dgm:spPr/>
    </dgm:pt>
    <dgm:pt modelId="{C6B81B2A-3B4B-4485-B138-853A6EC6C5EA}" type="pres">
      <dgm:prSet presAssocID="{305A8B0C-CC5C-4AF2-BF71-B3510ACB3496}" presName="horz2" presStyleCnt="0"/>
      <dgm:spPr/>
    </dgm:pt>
    <dgm:pt modelId="{5B42F010-2087-4B63-A8C7-2B792B3F2343}" type="pres">
      <dgm:prSet presAssocID="{305A8B0C-CC5C-4AF2-BF71-B3510ACB3496}" presName="horzSpace2" presStyleCnt="0"/>
      <dgm:spPr/>
    </dgm:pt>
    <dgm:pt modelId="{F3381949-04BC-4254-A77C-0BBE5720168C}" type="pres">
      <dgm:prSet presAssocID="{305A8B0C-CC5C-4AF2-BF71-B3510ACB3496}" presName="tx2" presStyleLbl="revTx" presStyleIdx="8" presStyleCnt="11"/>
      <dgm:spPr/>
      <dgm:t>
        <a:bodyPr/>
        <a:lstStyle/>
        <a:p>
          <a:endParaRPr lang="it-IT"/>
        </a:p>
      </dgm:t>
    </dgm:pt>
    <dgm:pt modelId="{EB776C25-0C20-4BC9-968B-AD914363FBB5}" type="pres">
      <dgm:prSet presAssocID="{305A8B0C-CC5C-4AF2-BF71-B3510ACB3496}" presName="vert2" presStyleCnt="0"/>
      <dgm:spPr/>
    </dgm:pt>
    <dgm:pt modelId="{BBD1FD50-25BC-4E26-BEB4-67B1B3A2AEA1}" type="pres">
      <dgm:prSet presAssocID="{305A8B0C-CC5C-4AF2-BF71-B3510ACB3496}" presName="thinLine2b" presStyleLbl="callout" presStyleIdx="6" presStyleCnt="9"/>
      <dgm:spPr/>
    </dgm:pt>
    <dgm:pt modelId="{F8099087-F968-4CC1-B248-15D4580691F2}" type="pres">
      <dgm:prSet presAssocID="{305A8B0C-CC5C-4AF2-BF71-B3510ACB3496}" presName="vertSpace2b" presStyleCnt="0"/>
      <dgm:spPr/>
    </dgm:pt>
    <dgm:pt modelId="{7479E96A-9025-4BD6-B3F0-4B2D7C2AB428}" type="pres">
      <dgm:prSet presAssocID="{3CAD7234-9817-49D6-8712-9A2C7182D7D6}" presName="horz2" presStyleCnt="0"/>
      <dgm:spPr/>
    </dgm:pt>
    <dgm:pt modelId="{8F74FF6B-31A9-4DFD-8118-9FB6A744EB7B}" type="pres">
      <dgm:prSet presAssocID="{3CAD7234-9817-49D6-8712-9A2C7182D7D6}" presName="horzSpace2" presStyleCnt="0"/>
      <dgm:spPr/>
    </dgm:pt>
    <dgm:pt modelId="{D66E0490-D33E-4F6A-80CE-597FEC5A040F}" type="pres">
      <dgm:prSet presAssocID="{3CAD7234-9817-49D6-8712-9A2C7182D7D6}" presName="tx2" presStyleLbl="revTx" presStyleIdx="9" presStyleCnt="11"/>
      <dgm:spPr/>
      <dgm:t>
        <a:bodyPr/>
        <a:lstStyle/>
        <a:p>
          <a:endParaRPr lang="it-IT"/>
        </a:p>
      </dgm:t>
    </dgm:pt>
    <dgm:pt modelId="{006E21E8-CF38-4C89-BE3C-F8BEEB29B6B7}" type="pres">
      <dgm:prSet presAssocID="{3CAD7234-9817-49D6-8712-9A2C7182D7D6}" presName="vert2" presStyleCnt="0"/>
      <dgm:spPr/>
    </dgm:pt>
    <dgm:pt modelId="{72AFE8E4-80C7-48F7-AB4E-EB73BC890266}" type="pres">
      <dgm:prSet presAssocID="{3CAD7234-9817-49D6-8712-9A2C7182D7D6}" presName="thinLine2b" presStyleLbl="callout" presStyleIdx="7" presStyleCnt="9"/>
      <dgm:spPr/>
    </dgm:pt>
    <dgm:pt modelId="{3C424CAE-0C09-422A-A216-C4A71AFCCF9D}" type="pres">
      <dgm:prSet presAssocID="{3CAD7234-9817-49D6-8712-9A2C7182D7D6}" presName="vertSpace2b" presStyleCnt="0"/>
      <dgm:spPr/>
    </dgm:pt>
    <dgm:pt modelId="{243A4185-2841-4ABC-9EC8-C6963110FEF7}" type="pres">
      <dgm:prSet presAssocID="{EBB02862-0195-4266-AE20-3F48A4001C60}" presName="horz2" presStyleCnt="0"/>
      <dgm:spPr/>
    </dgm:pt>
    <dgm:pt modelId="{B23DC3EB-E99D-47B9-A5BE-8E990375549A}" type="pres">
      <dgm:prSet presAssocID="{EBB02862-0195-4266-AE20-3F48A4001C60}" presName="horzSpace2" presStyleCnt="0"/>
      <dgm:spPr/>
    </dgm:pt>
    <dgm:pt modelId="{8C2F79B4-88C6-4060-A9F9-526536397E9E}" type="pres">
      <dgm:prSet presAssocID="{EBB02862-0195-4266-AE20-3F48A4001C60}" presName="tx2" presStyleLbl="revTx" presStyleIdx="10" presStyleCnt="11"/>
      <dgm:spPr/>
      <dgm:t>
        <a:bodyPr/>
        <a:lstStyle/>
        <a:p>
          <a:endParaRPr lang="it-IT"/>
        </a:p>
      </dgm:t>
    </dgm:pt>
    <dgm:pt modelId="{C3FEADDE-787B-4ED5-BE7C-48387979373B}" type="pres">
      <dgm:prSet presAssocID="{EBB02862-0195-4266-AE20-3F48A4001C60}" presName="vert2" presStyleCnt="0"/>
      <dgm:spPr/>
    </dgm:pt>
    <dgm:pt modelId="{5F317995-CEC2-4580-AF4D-C73109BC15A9}" type="pres">
      <dgm:prSet presAssocID="{EBB02862-0195-4266-AE20-3F48A4001C60}" presName="thinLine2b" presStyleLbl="callout" presStyleIdx="8" presStyleCnt="9"/>
      <dgm:spPr/>
    </dgm:pt>
    <dgm:pt modelId="{E6085A9E-F9CD-4F7C-BB2B-20071BEA3BAF}" type="pres">
      <dgm:prSet presAssocID="{EBB02862-0195-4266-AE20-3F48A4001C60}" presName="vertSpace2b" presStyleCnt="0"/>
      <dgm:spPr/>
    </dgm:pt>
  </dgm:ptLst>
  <dgm:cxnLst>
    <dgm:cxn modelId="{792B4BCE-3E06-4925-AC40-28956D0FBF2A}" type="presOf" srcId="{D4B98663-53F9-4B68-8966-6051FEC17408}" destId="{EDB83C7E-1CF3-4D65-B788-68DB8B88ACAC}" srcOrd="0" destOrd="0" presId="urn:microsoft.com/office/officeart/2008/layout/LinedList"/>
    <dgm:cxn modelId="{C22A94BD-22BE-479F-9E6B-98FF2A02E137}" srcId="{D4B98663-53F9-4B68-8966-6051FEC17408}" destId="{E22C429C-931A-4212-B50A-43C664DA56B4}" srcOrd="1" destOrd="0" parTransId="{479362E1-CC92-49F2-9147-933566395987}" sibTransId="{0054FC1C-116D-41C4-BEA4-B8FFDC51DD9A}"/>
    <dgm:cxn modelId="{AAC4A14E-CE56-4F29-9784-E8344C4EE29D}" type="presOf" srcId="{3CAD7234-9817-49D6-8712-9A2C7182D7D6}" destId="{D66E0490-D33E-4F6A-80CE-597FEC5A040F}" srcOrd="0" destOrd="0" presId="urn:microsoft.com/office/officeart/2008/layout/LinedList"/>
    <dgm:cxn modelId="{86E96361-F7DA-465F-AC12-60EE5804F8D1}" srcId="{E22C429C-931A-4212-B50A-43C664DA56B4}" destId="{305A8B0C-CC5C-4AF2-BF71-B3510ACB3496}" srcOrd="0" destOrd="0" parTransId="{FF583197-7A65-4B43-A8A5-EE913CB117E2}" sibTransId="{2843718D-3826-464D-B251-0CA25F605DC8}"/>
    <dgm:cxn modelId="{6E8B61F1-EB6B-4D3F-8247-1189B1231E20}" srcId="{D4B98663-53F9-4B68-8966-6051FEC17408}" destId="{3DBFA980-DF47-4297-B262-6DAFF678868A}" srcOrd="0" destOrd="0" parTransId="{E6C6EE72-DDB9-448A-A758-8CA1B510090C}" sibTransId="{CCFDC822-A2D4-48D7-B4B6-B15E3702ABE6}"/>
    <dgm:cxn modelId="{A1A90C75-1167-4ACE-ABF8-37FFF6C6546D}" srcId="{3DBFA980-DF47-4297-B262-6DAFF678868A}" destId="{8332217F-3825-4F34-A9CA-A9C3E20D2E08}" srcOrd="5" destOrd="0" parTransId="{642DC612-D23E-4744-A90C-2E3D0BFF96AD}" sibTransId="{115CB4FE-E069-40D6-A823-A798A779F689}"/>
    <dgm:cxn modelId="{A84FE056-481F-4422-A2BB-5C41430780ED}" type="presOf" srcId="{3DBFA980-DF47-4297-B262-6DAFF678868A}" destId="{41035B1D-3DB5-4DE4-836A-09F402A8C35C}" srcOrd="0" destOrd="0" presId="urn:microsoft.com/office/officeart/2008/layout/LinedList"/>
    <dgm:cxn modelId="{33C9B5A6-3744-4324-9630-4EF010D9FD1D}" srcId="{3DBFA980-DF47-4297-B262-6DAFF678868A}" destId="{8E3C5F60-642F-46BD-BC8D-16FC9BA8454C}" srcOrd="4" destOrd="0" parTransId="{9AF12C56-2F1E-4EEC-9DD2-B466AEA92A5A}" sibTransId="{F037FB45-CF88-4943-B086-C0E412B83B7A}"/>
    <dgm:cxn modelId="{235FC3E7-2070-45B0-A8BB-ABAC077AE16C}" srcId="{3DBFA980-DF47-4297-B262-6DAFF678868A}" destId="{37B90812-73E1-47C8-B48E-B604C2E7ECDF}" srcOrd="3" destOrd="0" parTransId="{779EF615-5348-4321-B6D7-5687E3558E49}" sibTransId="{E16E89F0-44CF-40C0-B97B-1746E1AEE860}"/>
    <dgm:cxn modelId="{77BFE3A3-9D56-40CC-B090-018594D87379}" type="presOf" srcId="{A5DC472C-9374-4C3A-AD21-D71129886BBD}" destId="{A706C013-50AE-4CCF-942E-7F304CFE4341}" srcOrd="0" destOrd="0" presId="urn:microsoft.com/office/officeart/2008/layout/LinedList"/>
    <dgm:cxn modelId="{45A800FF-6444-4598-8650-2BF4EB3A5203}" srcId="{E22C429C-931A-4212-B50A-43C664DA56B4}" destId="{EBB02862-0195-4266-AE20-3F48A4001C60}" srcOrd="2" destOrd="0" parTransId="{48106EFA-B3F2-4DF4-800F-045AB2617550}" sibTransId="{16A5AD64-F091-47A2-9ACB-117375A0710D}"/>
    <dgm:cxn modelId="{AF019B11-B497-4C94-A355-F1A22E537356}" type="presOf" srcId="{EBB02862-0195-4266-AE20-3F48A4001C60}" destId="{8C2F79B4-88C6-4060-A9F9-526536397E9E}" srcOrd="0" destOrd="0" presId="urn:microsoft.com/office/officeart/2008/layout/LinedList"/>
    <dgm:cxn modelId="{862E60F9-2345-4553-BB34-585E3D1BA3AD}" srcId="{3DBFA980-DF47-4297-B262-6DAFF678868A}" destId="{9AF49217-5363-43D9-A538-50FF67A3F21F}" srcOrd="0" destOrd="0" parTransId="{3F11AA0A-79C1-4908-B883-F76297DB6278}" sibTransId="{B0230DF0-9E46-41C4-8082-40DD3682E811}"/>
    <dgm:cxn modelId="{DFEA9613-5426-48AD-AF80-E71376DEEE43}" type="presOf" srcId="{8E3C5F60-642F-46BD-BC8D-16FC9BA8454C}" destId="{9115687F-1DFA-40A8-81F9-7F8D4F55D049}" srcOrd="0" destOrd="0" presId="urn:microsoft.com/office/officeart/2008/layout/LinedList"/>
    <dgm:cxn modelId="{51C0B84E-E8B8-40BD-A9F3-0A03CF03838F}" type="presOf" srcId="{9AF49217-5363-43D9-A538-50FF67A3F21F}" destId="{02F59840-450D-4D31-A76E-5DAE6C940370}" srcOrd="0" destOrd="0" presId="urn:microsoft.com/office/officeart/2008/layout/LinedList"/>
    <dgm:cxn modelId="{B9C4199E-53DD-459D-B716-400CA2365D66}" type="presOf" srcId="{37B90812-73E1-47C8-B48E-B604C2E7ECDF}" destId="{89C9AC3D-AD4A-48F3-8DC8-49732A919B2D}" srcOrd="0" destOrd="0" presId="urn:microsoft.com/office/officeart/2008/layout/LinedList"/>
    <dgm:cxn modelId="{ACDD0323-EFBB-4EA9-9620-C444E6BF335C}" type="presOf" srcId="{8332217F-3825-4F34-A9CA-A9C3E20D2E08}" destId="{CA9BFECF-3477-4F12-973C-F97EF4715D7F}" srcOrd="0" destOrd="0" presId="urn:microsoft.com/office/officeart/2008/layout/LinedList"/>
    <dgm:cxn modelId="{F6DF0305-9492-43D5-827C-2F7125A48D1D}" srcId="{3DBFA980-DF47-4297-B262-6DAFF678868A}" destId="{1C851437-3F9C-4019-A7DF-85B4A84FCFF0}" srcOrd="1" destOrd="0" parTransId="{4CB136BD-D270-4FD3-A3CA-000AAAD89C64}" sibTransId="{A667AAF4-9DC2-4862-A661-4615469D47FE}"/>
    <dgm:cxn modelId="{E4978B77-65D2-4A0A-986F-7D39F766CCE2}" type="presOf" srcId="{E22C429C-931A-4212-B50A-43C664DA56B4}" destId="{A3524AA1-A15D-4453-8CD2-870CB4210213}" srcOrd="0" destOrd="0" presId="urn:microsoft.com/office/officeart/2008/layout/LinedList"/>
    <dgm:cxn modelId="{C96CEDB0-F29E-41BB-81FC-35A59EE3CF08}" type="presOf" srcId="{305A8B0C-CC5C-4AF2-BF71-B3510ACB3496}" destId="{F3381949-04BC-4254-A77C-0BBE5720168C}" srcOrd="0" destOrd="0" presId="urn:microsoft.com/office/officeart/2008/layout/LinedList"/>
    <dgm:cxn modelId="{E535DB66-CD34-4BCC-921D-BD468386AC88}" srcId="{E22C429C-931A-4212-B50A-43C664DA56B4}" destId="{3CAD7234-9817-49D6-8712-9A2C7182D7D6}" srcOrd="1" destOrd="0" parTransId="{532FA77C-E9BF-47F7-919B-1BA5F87F0377}" sibTransId="{5BB2D3A4-21C8-4E09-A220-7E9BB9EA0C82}"/>
    <dgm:cxn modelId="{FE778885-4752-47E1-B352-3A42432F4643}" type="presOf" srcId="{1C851437-3F9C-4019-A7DF-85B4A84FCFF0}" destId="{6902D6A3-9F97-4D59-9358-83F05AD583D8}" srcOrd="0" destOrd="0" presId="urn:microsoft.com/office/officeart/2008/layout/LinedList"/>
    <dgm:cxn modelId="{6A7BEB24-64ED-45D9-8C0D-5E15315E0536}" srcId="{3DBFA980-DF47-4297-B262-6DAFF678868A}" destId="{A5DC472C-9374-4C3A-AD21-D71129886BBD}" srcOrd="2" destOrd="0" parTransId="{A463464A-EF64-4E7E-A20A-1683F451C421}" sibTransId="{B009C501-6EA2-4C04-BB4B-0FA2804CEF4B}"/>
    <dgm:cxn modelId="{A6B7BF33-A350-4EE7-8088-5B6334B33FB1}" type="presParOf" srcId="{EDB83C7E-1CF3-4D65-B788-68DB8B88ACAC}" destId="{138071EF-47D6-4D48-A0E3-BB39D9D5AF36}" srcOrd="0" destOrd="0" presId="urn:microsoft.com/office/officeart/2008/layout/LinedList"/>
    <dgm:cxn modelId="{674CFEBA-B35D-4025-8DEE-41F04D617CBD}" type="presParOf" srcId="{EDB83C7E-1CF3-4D65-B788-68DB8B88ACAC}" destId="{B3DB8293-40D6-4064-A87D-9ACF07F4F1F3}" srcOrd="1" destOrd="0" presId="urn:microsoft.com/office/officeart/2008/layout/LinedList"/>
    <dgm:cxn modelId="{60173885-9FC7-4216-9F0E-24DBA5619265}" type="presParOf" srcId="{B3DB8293-40D6-4064-A87D-9ACF07F4F1F3}" destId="{41035B1D-3DB5-4DE4-836A-09F402A8C35C}" srcOrd="0" destOrd="0" presId="urn:microsoft.com/office/officeart/2008/layout/LinedList"/>
    <dgm:cxn modelId="{8C7E2328-5D73-472C-8122-E193B3E5CC90}" type="presParOf" srcId="{B3DB8293-40D6-4064-A87D-9ACF07F4F1F3}" destId="{35007518-FD7B-4FFA-AAF9-99F5A23E1EB5}" srcOrd="1" destOrd="0" presId="urn:microsoft.com/office/officeart/2008/layout/LinedList"/>
    <dgm:cxn modelId="{5F57DA83-9632-47CA-99C1-537366D24432}" type="presParOf" srcId="{35007518-FD7B-4FFA-AAF9-99F5A23E1EB5}" destId="{F682FD1B-F5BE-4C1F-9FC9-5428C36FD38E}" srcOrd="0" destOrd="0" presId="urn:microsoft.com/office/officeart/2008/layout/LinedList"/>
    <dgm:cxn modelId="{42382B1E-1531-4D68-BBF6-E0F5903BCA99}" type="presParOf" srcId="{35007518-FD7B-4FFA-AAF9-99F5A23E1EB5}" destId="{3E6EACAA-42BF-4E59-A2B7-EC3718D8A429}" srcOrd="1" destOrd="0" presId="urn:microsoft.com/office/officeart/2008/layout/LinedList"/>
    <dgm:cxn modelId="{49625948-3358-4617-8528-DFA4ADFE2322}" type="presParOf" srcId="{3E6EACAA-42BF-4E59-A2B7-EC3718D8A429}" destId="{EB102E1B-5F7F-4C1D-9FB0-838422423810}" srcOrd="0" destOrd="0" presId="urn:microsoft.com/office/officeart/2008/layout/LinedList"/>
    <dgm:cxn modelId="{9CC93584-35FC-4AD6-8E69-27D0275EE3B2}" type="presParOf" srcId="{3E6EACAA-42BF-4E59-A2B7-EC3718D8A429}" destId="{02F59840-450D-4D31-A76E-5DAE6C940370}" srcOrd="1" destOrd="0" presId="urn:microsoft.com/office/officeart/2008/layout/LinedList"/>
    <dgm:cxn modelId="{E0BB3BC3-B270-48C7-BA71-5B8887F8541A}" type="presParOf" srcId="{3E6EACAA-42BF-4E59-A2B7-EC3718D8A429}" destId="{F24521E4-B551-490F-98FC-9996117578E3}" srcOrd="2" destOrd="0" presId="urn:microsoft.com/office/officeart/2008/layout/LinedList"/>
    <dgm:cxn modelId="{63491F9A-A54B-4854-9AF8-80B1DDF6DB6E}" type="presParOf" srcId="{35007518-FD7B-4FFA-AAF9-99F5A23E1EB5}" destId="{3430B260-D437-4E98-967E-C2D7BD292E88}" srcOrd="2" destOrd="0" presId="urn:microsoft.com/office/officeart/2008/layout/LinedList"/>
    <dgm:cxn modelId="{50616005-8681-4B77-BD84-2D8B5CA79CE8}" type="presParOf" srcId="{35007518-FD7B-4FFA-AAF9-99F5A23E1EB5}" destId="{F475B1D5-2FB5-4BFF-9B2B-BF2A3E10C091}" srcOrd="3" destOrd="0" presId="urn:microsoft.com/office/officeart/2008/layout/LinedList"/>
    <dgm:cxn modelId="{C83C6AC8-E514-4EE6-A132-408A6E7DC5DB}" type="presParOf" srcId="{35007518-FD7B-4FFA-AAF9-99F5A23E1EB5}" destId="{D400E455-D2D2-4480-A2BA-1EEE71287F59}" srcOrd="4" destOrd="0" presId="urn:microsoft.com/office/officeart/2008/layout/LinedList"/>
    <dgm:cxn modelId="{A0EFFEE7-3D8C-4FC9-8989-45056F7017B0}" type="presParOf" srcId="{D400E455-D2D2-4480-A2BA-1EEE71287F59}" destId="{8979CF50-744B-4966-8C13-C383B0D977E8}" srcOrd="0" destOrd="0" presId="urn:microsoft.com/office/officeart/2008/layout/LinedList"/>
    <dgm:cxn modelId="{3AD5DE3A-0137-44B7-8A6E-A2DC8ABE79F1}" type="presParOf" srcId="{D400E455-D2D2-4480-A2BA-1EEE71287F59}" destId="{6902D6A3-9F97-4D59-9358-83F05AD583D8}" srcOrd="1" destOrd="0" presId="urn:microsoft.com/office/officeart/2008/layout/LinedList"/>
    <dgm:cxn modelId="{02208C60-D98B-43EA-B3A1-7333B67D36FE}" type="presParOf" srcId="{D400E455-D2D2-4480-A2BA-1EEE71287F59}" destId="{B0053CAA-858C-471D-AB30-7DCF7B864760}" srcOrd="2" destOrd="0" presId="urn:microsoft.com/office/officeart/2008/layout/LinedList"/>
    <dgm:cxn modelId="{C093F376-08EC-4841-B75A-6A98E7CAB51E}" type="presParOf" srcId="{35007518-FD7B-4FFA-AAF9-99F5A23E1EB5}" destId="{0CB57431-AC1E-49B2-AA33-CFB515F36ACF}" srcOrd="5" destOrd="0" presId="urn:microsoft.com/office/officeart/2008/layout/LinedList"/>
    <dgm:cxn modelId="{65FEFE5A-F817-42A6-8D76-AE9E20617EAA}" type="presParOf" srcId="{35007518-FD7B-4FFA-AAF9-99F5A23E1EB5}" destId="{079A0A12-4C50-496C-9451-C7216356A5BD}" srcOrd="6" destOrd="0" presId="urn:microsoft.com/office/officeart/2008/layout/LinedList"/>
    <dgm:cxn modelId="{02F047C2-03D8-4F9C-A077-5DA0A509469D}" type="presParOf" srcId="{35007518-FD7B-4FFA-AAF9-99F5A23E1EB5}" destId="{B26907CC-3C90-4350-86B3-3EB9111EFE6E}" srcOrd="7" destOrd="0" presId="urn:microsoft.com/office/officeart/2008/layout/LinedList"/>
    <dgm:cxn modelId="{EB8444BE-DF48-4D91-97DA-B18F925C11B7}" type="presParOf" srcId="{B26907CC-3C90-4350-86B3-3EB9111EFE6E}" destId="{17A45D8D-5489-41E4-8ACA-A4E0ADA8641C}" srcOrd="0" destOrd="0" presId="urn:microsoft.com/office/officeart/2008/layout/LinedList"/>
    <dgm:cxn modelId="{B1C8D46B-C17F-4F46-98FA-0EB1505CB4D8}" type="presParOf" srcId="{B26907CC-3C90-4350-86B3-3EB9111EFE6E}" destId="{A706C013-50AE-4CCF-942E-7F304CFE4341}" srcOrd="1" destOrd="0" presId="urn:microsoft.com/office/officeart/2008/layout/LinedList"/>
    <dgm:cxn modelId="{55E06ACA-E570-4407-A265-E690AF7D3F39}" type="presParOf" srcId="{B26907CC-3C90-4350-86B3-3EB9111EFE6E}" destId="{1086F654-A4EB-44A8-A502-C8F51104CB69}" srcOrd="2" destOrd="0" presId="urn:microsoft.com/office/officeart/2008/layout/LinedList"/>
    <dgm:cxn modelId="{8770BFC5-6963-41A3-87B3-A531E5C01EE3}" type="presParOf" srcId="{35007518-FD7B-4FFA-AAF9-99F5A23E1EB5}" destId="{6701F396-DF30-4957-BBC9-94C07F991ECC}" srcOrd="8" destOrd="0" presId="urn:microsoft.com/office/officeart/2008/layout/LinedList"/>
    <dgm:cxn modelId="{DD7CD319-487E-4309-95CE-EE415AC8E9DF}" type="presParOf" srcId="{35007518-FD7B-4FFA-AAF9-99F5A23E1EB5}" destId="{037F8648-4E5A-4E4A-8E47-07776640A355}" srcOrd="9" destOrd="0" presId="urn:microsoft.com/office/officeart/2008/layout/LinedList"/>
    <dgm:cxn modelId="{BDC2EA7A-3187-42E5-96AF-5036DD7C3749}" type="presParOf" srcId="{35007518-FD7B-4FFA-AAF9-99F5A23E1EB5}" destId="{19196014-6D12-4BBC-A309-D34BC7BAB328}" srcOrd="10" destOrd="0" presId="urn:microsoft.com/office/officeart/2008/layout/LinedList"/>
    <dgm:cxn modelId="{DD1539D0-507D-4816-8EED-EDDC7172D486}" type="presParOf" srcId="{19196014-6D12-4BBC-A309-D34BC7BAB328}" destId="{2588CF80-6092-4B06-858D-5F8241FA4417}" srcOrd="0" destOrd="0" presId="urn:microsoft.com/office/officeart/2008/layout/LinedList"/>
    <dgm:cxn modelId="{3D270046-2FBB-4525-9012-0AF863E3FEAC}" type="presParOf" srcId="{19196014-6D12-4BBC-A309-D34BC7BAB328}" destId="{89C9AC3D-AD4A-48F3-8DC8-49732A919B2D}" srcOrd="1" destOrd="0" presId="urn:microsoft.com/office/officeart/2008/layout/LinedList"/>
    <dgm:cxn modelId="{4A0E8363-7619-4A4E-9A8C-A06EFE13AA82}" type="presParOf" srcId="{19196014-6D12-4BBC-A309-D34BC7BAB328}" destId="{B288F999-0BBD-4ED7-8F03-F16C81B7BB22}" srcOrd="2" destOrd="0" presId="urn:microsoft.com/office/officeart/2008/layout/LinedList"/>
    <dgm:cxn modelId="{70D83963-6DFD-4486-B75A-88BB0E2ED9AA}" type="presParOf" srcId="{35007518-FD7B-4FFA-AAF9-99F5A23E1EB5}" destId="{02F98BD3-BB2D-4B19-B71B-981CFDEA6596}" srcOrd="11" destOrd="0" presId="urn:microsoft.com/office/officeart/2008/layout/LinedList"/>
    <dgm:cxn modelId="{0F7E8592-001B-4239-953C-D7DE0AF46767}" type="presParOf" srcId="{35007518-FD7B-4FFA-AAF9-99F5A23E1EB5}" destId="{45289F2A-3C8A-4D43-8E59-F59DCD359281}" srcOrd="12" destOrd="0" presId="urn:microsoft.com/office/officeart/2008/layout/LinedList"/>
    <dgm:cxn modelId="{3C7F9E0B-17BB-431B-8992-F5F1C7D8EFE7}" type="presParOf" srcId="{35007518-FD7B-4FFA-AAF9-99F5A23E1EB5}" destId="{361922C1-44FE-4BDE-B9DC-F9A655142BF6}" srcOrd="13" destOrd="0" presId="urn:microsoft.com/office/officeart/2008/layout/LinedList"/>
    <dgm:cxn modelId="{5F5606D3-2948-436C-896F-E388D7186CED}" type="presParOf" srcId="{361922C1-44FE-4BDE-B9DC-F9A655142BF6}" destId="{D8A955E1-A6F6-48BA-8E90-F11C49565CDB}" srcOrd="0" destOrd="0" presId="urn:microsoft.com/office/officeart/2008/layout/LinedList"/>
    <dgm:cxn modelId="{E2A56EFF-F648-4EFC-883D-8AC31CE26A36}" type="presParOf" srcId="{361922C1-44FE-4BDE-B9DC-F9A655142BF6}" destId="{9115687F-1DFA-40A8-81F9-7F8D4F55D049}" srcOrd="1" destOrd="0" presId="urn:microsoft.com/office/officeart/2008/layout/LinedList"/>
    <dgm:cxn modelId="{39ACE5F5-1CFC-47E6-B3FA-949B0D56FDC1}" type="presParOf" srcId="{361922C1-44FE-4BDE-B9DC-F9A655142BF6}" destId="{3C3F80C0-9423-4517-ACD1-7A9F3B092815}" srcOrd="2" destOrd="0" presId="urn:microsoft.com/office/officeart/2008/layout/LinedList"/>
    <dgm:cxn modelId="{B3659673-40BC-42F2-B4BD-FBB410085D85}" type="presParOf" srcId="{35007518-FD7B-4FFA-AAF9-99F5A23E1EB5}" destId="{EF10A434-497D-4391-A593-E00DB939C25A}" srcOrd="14" destOrd="0" presId="urn:microsoft.com/office/officeart/2008/layout/LinedList"/>
    <dgm:cxn modelId="{B9C36132-45BD-4560-AA48-978DB6AAD6C2}" type="presParOf" srcId="{35007518-FD7B-4FFA-AAF9-99F5A23E1EB5}" destId="{613BAC18-A78B-4FD0-B772-2B3D2C6DE277}" srcOrd="15" destOrd="0" presId="urn:microsoft.com/office/officeart/2008/layout/LinedList"/>
    <dgm:cxn modelId="{E3D3FB72-9DB9-4452-B9B0-4DE058BE2B5B}" type="presParOf" srcId="{35007518-FD7B-4FFA-AAF9-99F5A23E1EB5}" destId="{32DDF8FD-7AC1-48C9-AA87-AAB6E035543D}" srcOrd="16" destOrd="0" presId="urn:microsoft.com/office/officeart/2008/layout/LinedList"/>
    <dgm:cxn modelId="{71749CB5-5B35-41D3-82DD-045B8B0AACB2}" type="presParOf" srcId="{32DDF8FD-7AC1-48C9-AA87-AAB6E035543D}" destId="{B720A06E-A2C7-42AB-A90F-612E96550F92}" srcOrd="0" destOrd="0" presId="urn:microsoft.com/office/officeart/2008/layout/LinedList"/>
    <dgm:cxn modelId="{F34DC81A-1201-438F-BEDB-8F3E55A62012}" type="presParOf" srcId="{32DDF8FD-7AC1-48C9-AA87-AAB6E035543D}" destId="{CA9BFECF-3477-4F12-973C-F97EF4715D7F}" srcOrd="1" destOrd="0" presId="urn:microsoft.com/office/officeart/2008/layout/LinedList"/>
    <dgm:cxn modelId="{0D4639F7-9B6D-41E3-9928-1F4128445ECD}" type="presParOf" srcId="{32DDF8FD-7AC1-48C9-AA87-AAB6E035543D}" destId="{6DA1B47C-D061-4D9C-A1BC-6FBEA3E3ACC7}" srcOrd="2" destOrd="0" presId="urn:microsoft.com/office/officeart/2008/layout/LinedList"/>
    <dgm:cxn modelId="{303B9650-D5C5-45BC-B524-C7C1D8E42464}" type="presParOf" srcId="{35007518-FD7B-4FFA-AAF9-99F5A23E1EB5}" destId="{90870172-11F0-4385-9319-A7912B518549}" srcOrd="17" destOrd="0" presId="urn:microsoft.com/office/officeart/2008/layout/LinedList"/>
    <dgm:cxn modelId="{76ECC232-C39C-46A4-A0FE-AA49CCD3BAF7}" type="presParOf" srcId="{35007518-FD7B-4FFA-AAF9-99F5A23E1EB5}" destId="{08E8AC57-E7B9-43F5-9768-8338D38D7E82}" srcOrd="18" destOrd="0" presId="urn:microsoft.com/office/officeart/2008/layout/LinedList"/>
    <dgm:cxn modelId="{715FC0CD-C455-4BEF-87F6-86E5AC5083B4}" type="presParOf" srcId="{EDB83C7E-1CF3-4D65-B788-68DB8B88ACAC}" destId="{E3F92E05-6D4B-48AE-B5C9-2F818F5880B0}" srcOrd="2" destOrd="0" presId="urn:microsoft.com/office/officeart/2008/layout/LinedList"/>
    <dgm:cxn modelId="{943FD3CA-A2B6-4EE6-852C-6E3D8E20A1D9}" type="presParOf" srcId="{EDB83C7E-1CF3-4D65-B788-68DB8B88ACAC}" destId="{21C595A6-5E1D-48F4-B368-55D13F41DE97}" srcOrd="3" destOrd="0" presId="urn:microsoft.com/office/officeart/2008/layout/LinedList"/>
    <dgm:cxn modelId="{86496C40-933B-4322-BA08-C2553B1248C7}" type="presParOf" srcId="{21C595A6-5E1D-48F4-B368-55D13F41DE97}" destId="{A3524AA1-A15D-4453-8CD2-870CB4210213}" srcOrd="0" destOrd="0" presId="urn:microsoft.com/office/officeart/2008/layout/LinedList"/>
    <dgm:cxn modelId="{0B7A6B39-58A9-49D5-820A-FA6B6CCD1E4E}" type="presParOf" srcId="{21C595A6-5E1D-48F4-B368-55D13F41DE97}" destId="{12A59B2B-FFED-42F9-9E2B-9D81E5B26453}" srcOrd="1" destOrd="0" presId="urn:microsoft.com/office/officeart/2008/layout/LinedList"/>
    <dgm:cxn modelId="{C14581C0-8185-47B4-9632-508809ED46B7}" type="presParOf" srcId="{12A59B2B-FFED-42F9-9E2B-9D81E5B26453}" destId="{3A3DF0CD-9B11-4339-8D11-73DED9418093}" srcOrd="0" destOrd="0" presId="urn:microsoft.com/office/officeart/2008/layout/LinedList"/>
    <dgm:cxn modelId="{BB58125D-FAE9-402B-84D0-FF5484C2D0A1}" type="presParOf" srcId="{12A59B2B-FFED-42F9-9E2B-9D81E5B26453}" destId="{C6B81B2A-3B4B-4485-B138-853A6EC6C5EA}" srcOrd="1" destOrd="0" presId="urn:microsoft.com/office/officeart/2008/layout/LinedList"/>
    <dgm:cxn modelId="{1E2F830E-8F43-4DC0-9C84-CB20053B4B43}" type="presParOf" srcId="{C6B81B2A-3B4B-4485-B138-853A6EC6C5EA}" destId="{5B42F010-2087-4B63-A8C7-2B792B3F2343}" srcOrd="0" destOrd="0" presId="urn:microsoft.com/office/officeart/2008/layout/LinedList"/>
    <dgm:cxn modelId="{F3EE99FC-3045-4A9E-B6ED-EF47FF70AC2A}" type="presParOf" srcId="{C6B81B2A-3B4B-4485-B138-853A6EC6C5EA}" destId="{F3381949-04BC-4254-A77C-0BBE5720168C}" srcOrd="1" destOrd="0" presId="urn:microsoft.com/office/officeart/2008/layout/LinedList"/>
    <dgm:cxn modelId="{210EEA89-92FA-4D27-9A4B-D8F11E7E3DF0}" type="presParOf" srcId="{C6B81B2A-3B4B-4485-B138-853A6EC6C5EA}" destId="{EB776C25-0C20-4BC9-968B-AD914363FBB5}" srcOrd="2" destOrd="0" presId="urn:microsoft.com/office/officeart/2008/layout/LinedList"/>
    <dgm:cxn modelId="{FEB0EA59-B5F4-43A0-841E-DB296C42EE64}" type="presParOf" srcId="{12A59B2B-FFED-42F9-9E2B-9D81E5B26453}" destId="{BBD1FD50-25BC-4E26-BEB4-67B1B3A2AEA1}" srcOrd="2" destOrd="0" presId="urn:microsoft.com/office/officeart/2008/layout/LinedList"/>
    <dgm:cxn modelId="{BFEA4884-0BA9-47F1-BDDF-9DBF76A882E3}" type="presParOf" srcId="{12A59B2B-FFED-42F9-9E2B-9D81E5B26453}" destId="{F8099087-F968-4CC1-B248-15D4580691F2}" srcOrd="3" destOrd="0" presId="urn:microsoft.com/office/officeart/2008/layout/LinedList"/>
    <dgm:cxn modelId="{2007963E-145F-469C-A953-1764DEB60F18}" type="presParOf" srcId="{12A59B2B-FFED-42F9-9E2B-9D81E5B26453}" destId="{7479E96A-9025-4BD6-B3F0-4B2D7C2AB428}" srcOrd="4" destOrd="0" presId="urn:microsoft.com/office/officeart/2008/layout/LinedList"/>
    <dgm:cxn modelId="{80F422D8-F4E8-436E-BD3E-5A9665C65085}" type="presParOf" srcId="{7479E96A-9025-4BD6-B3F0-4B2D7C2AB428}" destId="{8F74FF6B-31A9-4DFD-8118-9FB6A744EB7B}" srcOrd="0" destOrd="0" presId="urn:microsoft.com/office/officeart/2008/layout/LinedList"/>
    <dgm:cxn modelId="{7DC07051-A80E-4904-B942-8740C4F57D68}" type="presParOf" srcId="{7479E96A-9025-4BD6-B3F0-4B2D7C2AB428}" destId="{D66E0490-D33E-4F6A-80CE-597FEC5A040F}" srcOrd="1" destOrd="0" presId="urn:microsoft.com/office/officeart/2008/layout/LinedList"/>
    <dgm:cxn modelId="{B59CA23E-5689-46BF-82F0-01F6C3B86DCE}" type="presParOf" srcId="{7479E96A-9025-4BD6-B3F0-4B2D7C2AB428}" destId="{006E21E8-CF38-4C89-BE3C-F8BEEB29B6B7}" srcOrd="2" destOrd="0" presId="urn:microsoft.com/office/officeart/2008/layout/LinedList"/>
    <dgm:cxn modelId="{66B39C13-F241-4DAF-A778-78589FE33614}" type="presParOf" srcId="{12A59B2B-FFED-42F9-9E2B-9D81E5B26453}" destId="{72AFE8E4-80C7-48F7-AB4E-EB73BC890266}" srcOrd="5" destOrd="0" presId="urn:microsoft.com/office/officeart/2008/layout/LinedList"/>
    <dgm:cxn modelId="{570C9095-D2FE-4A3E-8B3C-5E25C1248394}" type="presParOf" srcId="{12A59B2B-FFED-42F9-9E2B-9D81E5B26453}" destId="{3C424CAE-0C09-422A-A216-C4A71AFCCF9D}" srcOrd="6" destOrd="0" presId="urn:microsoft.com/office/officeart/2008/layout/LinedList"/>
    <dgm:cxn modelId="{3D1F4B8B-BB93-4500-ADD2-D6E45E9D1407}" type="presParOf" srcId="{12A59B2B-FFED-42F9-9E2B-9D81E5B26453}" destId="{243A4185-2841-4ABC-9EC8-C6963110FEF7}" srcOrd="7" destOrd="0" presId="urn:microsoft.com/office/officeart/2008/layout/LinedList"/>
    <dgm:cxn modelId="{DEC7180D-5364-40F8-BC16-C13EE44B8365}" type="presParOf" srcId="{243A4185-2841-4ABC-9EC8-C6963110FEF7}" destId="{B23DC3EB-E99D-47B9-A5BE-8E990375549A}" srcOrd="0" destOrd="0" presId="urn:microsoft.com/office/officeart/2008/layout/LinedList"/>
    <dgm:cxn modelId="{1646D2F9-EC8E-4F49-830B-719D66329E82}" type="presParOf" srcId="{243A4185-2841-4ABC-9EC8-C6963110FEF7}" destId="{8C2F79B4-88C6-4060-A9F9-526536397E9E}" srcOrd="1" destOrd="0" presId="urn:microsoft.com/office/officeart/2008/layout/LinedList"/>
    <dgm:cxn modelId="{E8CCE6B1-FEB5-46FB-A56B-CC82C0094D2E}" type="presParOf" srcId="{243A4185-2841-4ABC-9EC8-C6963110FEF7}" destId="{C3FEADDE-787B-4ED5-BE7C-48387979373B}" srcOrd="2" destOrd="0" presId="urn:microsoft.com/office/officeart/2008/layout/LinedList"/>
    <dgm:cxn modelId="{A734FE05-F806-4E95-B95A-6AA557560A4D}" type="presParOf" srcId="{12A59B2B-FFED-42F9-9E2B-9D81E5B26453}" destId="{5F317995-CEC2-4580-AF4D-C73109BC15A9}" srcOrd="8" destOrd="0" presId="urn:microsoft.com/office/officeart/2008/layout/LinedList"/>
    <dgm:cxn modelId="{3ECA215A-07D6-47C6-AB02-5CF28326F3D4}" type="presParOf" srcId="{12A59B2B-FFED-42F9-9E2B-9D81E5B26453}" destId="{E6085A9E-F9CD-4F7C-BB2B-20071BEA3BAF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B98663-53F9-4B68-8966-6051FEC17408}" type="doc">
      <dgm:prSet loTypeId="urn:microsoft.com/office/officeart/2005/8/layout/vList2" loCatId="list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3DBFA980-DF47-4297-B262-6DAFF678868A}">
      <dgm:prSet/>
      <dgm:spPr/>
      <dgm:t>
        <a:bodyPr/>
        <a:lstStyle/>
        <a:p>
          <a:r>
            <a:rPr lang="it-IT" b="1" dirty="0" smtClean="0"/>
            <a:t>Corpus:</a:t>
          </a:r>
          <a:endParaRPr lang="it-IT" dirty="0" smtClean="0"/>
        </a:p>
        <a:p>
          <a:pPr>
            <a:buFont typeface="Arial" panose="020B0604020202020204" pitchFamily="34" charset="0"/>
            <a:buChar char="•"/>
          </a:pPr>
          <a:r>
            <a:rPr lang="it-IT" dirty="0" smtClean="0"/>
            <a:t> 2,000 </a:t>
          </a:r>
          <a:r>
            <a:rPr lang="it-IT" dirty="0" err="1" smtClean="0"/>
            <a:t>Italian</a:t>
          </a:r>
          <a:r>
            <a:rPr lang="it-IT" dirty="0" smtClean="0"/>
            <a:t> Wikipedia </a:t>
          </a:r>
          <a:r>
            <a:rPr lang="it-IT" dirty="0" err="1" smtClean="0"/>
            <a:t>sentences</a:t>
          </a:r>
          <a:endParaRPr lang="it-IT" dirty="0" smtClean="0"/>
        </a:p>
        <a:p>
          <a:pPr>
            <a:buFont typeface="Arial" panose="020B0604020202020204" pitchFamily="34" charset="0"/>
            <a:buChar char="•"/>
          </a:pPr>
          <a:r>
            <a:rPr lang="it-IT" dirty="0" smtClean="0"/>
            <a:t> 2,000 English </a:t>
          </a:r>
          <a:r>
            <a:rPr lang="it-IT" dirty="0" err="1" smtClean="0"/>
            <a:t>translations</a:t>
          </a:r>
          <a:endParaRPr lang="en-US" dirty="0"/>
        </a:p>
      </dgm:t>
    </dgm:pt>
    <dgm:pt modelId="{CCFDC822-A2D4-48D7-B4B6-B15E3702ABE6}" type="sibTrans" cxnId="{6E8B61F1-EB6B-4D3F-8247-1189B1231E20}">
      <dgm:prSet/>
      <dgm:spPr/>
      <dgm:t>
        <a:bodyPr/>
        <a:lstStyle/>
        <a:p>
          <a:endParaRPr lang="en-US"/>
        </a:p>
      </dgm:t>
    </dgm:pt>
    <dgm:pt modelId="{E6C6EE72-DDB9-448A-A758-8CA1B510090C}" type="parTrans" cxnId="{6E8B61F1-EB6B-4D3F-8247-1189B1231E20}">
      <dgm:prSet/>
      <dgm:spPr/>
      <dgm:t>
        <a:bodyPr/>
        <a:lstStyle/>
        <a:p>
          <a:endParaRPr lang="en-US"/>
        </a:p>
      </dgm:t>
    </dgm:pt>
    <dgm:pt modelId="{398CBD22-6E79-4D22-A574-0D86211A327A}">
      <dgm:prSet/>
      <dgm:spPr/>
      <dgm:t>
        <a:bodyPr/>
        <a:lstStyle/>
        <a:p>
          <a:r>
            <a:rPr lang="it-IT" b="1" dirty="0" smtClean="0"/>
            <a:t>Mini-CT Training Split:</a:t>
          </a:r>
          <a:endParaRPr lang="it-IT" dirty="0" smtClean="0"/>
        </a:p>
        <a:p>
          <a:pPr>
            <a:buFont typeface="Arial" panose="020B0604020202020204" pitchFamily="34" charset="0"/>
            <a:buChar char="•"/>
          </a:pPr>
          <a:r>
            <a:rPr lang="it-IT" dirty="0" smtClean="0"/>
            <a:t> 75% </a:t>
          </a:r>
          <a:r>
            <a:rPr lang="it-IT" dirty="0" err="1" smtClean="0"/>
            <a:t>Italian</a:t>
          </a:r>
          <a:endParaRPr lang="it-IT" dirty="0" smtClean="0"/>
        </a:p>
        <a:p>
          <a:pPr>
            <a:buFont typeface="Arial" panose="020B0604020202020204" pitchFamily="34" charset="0"/>
            <a:buChar char="•"/>
          </a:pPr>
          <a:r>
            <a:rPr lang="it-IT" dirty="0" smtClean="0"/>
            <a:t> 25% English</a:t>
          </a:r>
          <a:endParaRPr lang="en-US" dirty="0"/>
        </a:p>
      </dgm:t>
    </dgm:pt>
    <dgm:pt modelId="{3CEE443C-38F0-475C-AD77-DAEB2AA70C86}" type="parTrans" cxnId="{3AB58700-9FFF-4DE1-AD77-33FAC59400FE}">
      <dgm:prSet/>
      <dgm:spPr/>
      <dgm:t>
        <a:bodyPr/>
        <a:lstStyle/>
        <a:p>
          <a:endParaRPr lang="it-IT"/>
        </a:p>
      </dgm:t>
    </dgm:pt>
    <dgm:pt modelId="{E312580D-C16E-4427-8574-1990AEECD42D}" type="sibTrans" cxnId="{3AB58700-9FFF-4DE1-AD77-33FAC59400FE}">
      <dgm:prSet/>
      <dgm:spPr/>
      <dgm:t>
        <a:bodyPr/>
        <a:lstStyle/>
        <a:p>
          <a:endParaRPr lang="it-IT"/>
        </a:p>
      </dgm:t>
    </dgm:pt>
    <dgm:pt modelId="{AC060BF1-D035-4E04-B2E9-E8582E055A44}">
      <dgm:prSet/>
      <dgm:spPr/>
      <dgm:t>
        <a:bodyPr/>
        <a:lstStyle/>
        <a:p>
          <a:r>
            <a:rPr lang="it-IT" b="1" dirty="0" err="1" smtClean="0"/>
            <a:t>Purpose</a:t>
          </a:r>
          <a:r>
            <a:rPr lang="it-IT" b="1" dirty="0" smtClean="0"/>
            <a:t>:</a:t>
          </a:r>
          <a:endParaRPr lang="it-IT" dirty="0" smtClean="0"/>
        </a:p>
        <a:p>
          <a:pPr>
            <a:buFont typeface="Arial" panose="020B0604020202020204" pitchFamily="34" charset="0"/>
            <a:buChar char="•"/>
          </a:pPr>
          <a:r>
            <a:rPr lang="it-IT" dirty="0" smtClean="0"/>
            <a:t> </a:t>
          </a:r>
          <a:r>
            <a:rPr lang="it-IT" dirty="0" err="1" smtClean="0"/>
            <a:t>Preserve</a:t>
          </a:r>
          <a:r>
            <a:rPr lang="it-IT" dirty="0" smtClean="0"/>
            <a:t> English </a:t>
          </a:r>
          <a:r>
            <a:rPr lang="it-IT" dirty="0" err="1" smtClean="0"/>
            <a:t>knowledge</a:t>
          </a:r>
          <a:endParaRPr lang="it-IT" dirty="0" smtClean="0"/>
        </a:p>
        <a:p>
          <a:pPr>
            <a:buFont typeface="Arial" panose="020B0604020202020204" pitchFamily="34" charset="0"/>
            <a:buChar char="•"/>
          </a:pPr>
          <a:r>
            <a:rPr lang="it-IT" dirty="0" smtClean="0"/>
            <a:t> </a:t>
          </a:r>
          <a:r>
            <a:rPr lang="it-IT" dirty="0" err="1" smtClean="0"/>
            <a:t>Teach</a:t>
          </a:r>
          <a:r>
            <a:rPr lang="it-IT" dirty="0" smtClean="0"/>
            <a:t> </a:t>
          </a:r>
          <a:r>
            <a:rPr lang="it-IT" dirty="0" err="1" smtClean="0"/>
            <a:t>Italian</a:t>
          </a:r>
          <a:r>
            <a:rPr lang="it-IT" dirty="0" smtClean="0"/>
            <a:t> </a:t>
          </a:r>
          <a:r>
            <a:rPr lang="it-IT" dirty="0" err="1" smtClean="0"/>
            <a:t>efficiently</a:t>
          </a:r>
          <a:endParaRPr lang="en-US" dirty="0"/>
        </a:p>
      </dgm:t>
    </dgm:pt>
    <dgm:pt modelId="{8E04F4DA-519F-47AB-BDE4-7AACC5348B3F}" type="parTrans" cxnId="{64B96C15-935D-4B5E-883C-D536DA7FC248}">
      <dgm:prSet/>
      <dgm:spPr/>
      <dgm:t>
        <a:bodyPr/>
        <a:lstStyle/>
        <a:p>
          <a:endParaRPr lang="it-IT"/>
        </a:p>
      </dgm:t>
    </dgm:pt>
    <dgm:pt modelId="{D2D0821D-6EE6-430E-AC18-DB16A851E1C4}" type="sibTrans" cxnId="{64B96C15-935D-4B5E-883C-D536DA7FC248}">
      <dgm:prSet/>
      <dgm:spPr/>
      <dgm:t>
        <a:bodyPr/>
        <a:lstStyle/>
        <a:p>
          <a:endParaRPr lang="it-IT"/>
        </a:p>
      </dgm:t>
    </dgm:pt>
    <dgm:pt modelId="{A4AED4F0-569D-4560-BACD-E28CBA6EBB1E}" type="pres">
      <dgm:prSet presAssocID="{D4B98663-53F9-4B68-8966-6051FEC1740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it-IT"/>
        </a:p>
      </dgm:t>
    </dgm:pt>
    <dgm:pt modelId="{934FF66A-1BE2-49EC-B215-F0C9600F5EAF}" type="pres">
      <dgm:prSet presAssocID="{3DBFA980-DF47-4297-B262-6DAFF678868A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9E49E940-AC73-4CA9-AE9F-423CC11B6637}" type="pres">
      <dgm:prSet presAssocID="{CCFDC822-A2D4-48D7-B4B6-B15E3702ABE6}" presName="spacer" presStyleCnt="0"/>
      <dgm:spPr/>
      <dgm:t>
        <a:bodyPr/>
        <a:lstStyle/>
        <a:p>
          <a:endParaRPr lang="it-IT"/>
        </a:p>
      </dgm:t>
    </dgm:pt>
    <dgm:pt modelId="{9BB82D0D-A461-4F97-A27A-0EDD36CB5176}" type="pres">
      <dgm:prSet presAssocID="{398CBD22-6E79-4D22-A574-0D86211A327A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CB09813F-1615-49F6-87BE-0F776802AFCF}" type="pres">
      <dgm:prSet presAssocID="{E312580D-C16E-4427-8574-1990AEECD42D}" presName="spacer" presStyleCnt="0"/>
      <dgm:spPr/>
      <dgm:t>
        <a:bodyPr/>
        <a:lstStyle/>
        <a:p>
          <a:endParaRPr lang="it-IT"/>
        </a:p>
      </dgm:t>
    </dgm:pt>
    <dgm:pt modelId="{AF5EBAD1-3605-48C5-9359-9D7B9B43E301}" type="pres">
      <dgm:prSet presAssocID="{AC060BF1-D035-4E04-B2E9-E8582E055A44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it-IT"/>
        </a:p>
      </dgm:t>
    </dgm:pt>
  </dgm:ptLst>
  <dgm:cxnLst>
    <dgm:cxn modelId="{6E8B61F1-EB6B-4D3F-8247-1189B1231E20}" srcId="{D4B98663-53F9-4B68-8966-6051FEC17408}" destId="{3DBFA980-DF47-4297-B262-6DAFF678868A}" srcOrd="0" destOrd="0" parTransId="{E6C6EE72-DDB9-448A-A758-8CA1B510090C}" sibTransId="{CCFDC822-A2D4-48D7-B4B6-B15E3702ABE6}"/>
    <dgm:cxn modelId="{B6D8782C-1DE4-4908-BC48-61BDEFDEA11F}" type="presOf" srcId="{3DBFA980-DF47-4297-B262-6DAFF678868A}" destId="{934FF66A-1BE2-49EC-B215-F0C9600F5EAF}" srcOrd="0" destOrd="0" presId="urn:microsoft.com/office/officeart/2005/8/layout/vList2"/>
    <dgm:cxn modelId="{64B96C15-935D-4B5E-883C-D536DA7FC248}" srcId="{D4B98663-53F9-4B68-8966-6051FEC17408}" destId="{AC060BF1-D035-4E04-B2E9-E8582E055A44}" srcOrd="2" destOrd="0" parTransId="{8E04F4DA-519F-47AB-BDE4-7AACC5348B3F}" sibTransId="{D2D0821D-6EE6-430E-AC18-DB16A851E1C4}"/>
    <dgm:cxn modelId="{3AB58700-9FFF-4DE1-AD77-33FAC59400FE}" srcId="{D4B98663-53F9-4B68-8966-6051FEC17408}" destId="{398CBD22-6E79-4D22-A574-0D86211A327A}" srcOrd="1" destOrd="0" parTransId="{3CEE443C-38F0-475C-AD77-DAEB2AA70C86}" sibTransId="{E312580D-C16E-4427-8574-1990AEECD42D}"/>
    <dgm:cxn modelId="{BB14F845-EE97-461E-A145-67B3DB2F982C}" type="presOf" srcId="{D4B98663-53F9-4B68-8966-6051FEC17408}" destId="{A4AED4F0-569D-4560-BACD-E28CBA6EBB1E}" srcOrd="0" destOrd="0" presId="urn:microsoft.com/office/officeart/2005/8/layout/vList2"/>
    <dgm:cxn modelId="{65DBE8F4-C647-42CB-B87B-ACA849E33C8B}" type="presOf" srcId="{AC060BF1-D035-4E04-B2E9-E8582E055A44}" destId="{AF5EBAD1-3605-48C5-9359-9D7B9B43E301}" srcOrd="0" destOrd="0" presId="urn:microsoft.com/office/officeart/2005/8/layout/vList2"/>
    <dgm:cxn modelId="{6DE3E5F7-BE1A-4C7F-8617-BB1B24B579D2}" type="presOf" srcId="{398CBD22-6E79-4D22-A574-0D86211A327A}" destId="{9BB82D0D-A461-4F97-A27A-0EDD36CB5176}" srcOrd="0" destOrd="0" presId="urn:microsoft.com/office/officeart/2005/8/layout/vList2"/>
    <dgm:cxn modelId="{8F6C11EA-F2E4-440D-A7A3-A5AA3E022005}" type="presParOf" srcId="{A4AED4F0-569D-4560-BACD-E28CBA6EBB1E}" destId="{934FF66A-1BE2-49EC-B215-F0C9600F5EAF}" srcOrd="0" destOrd="0" presId="urn:microsoft.com/office/officeart/2005/8/layout/vList2"/>
    <dgm:cxn modelId="{89E69472-FC32-46ED-8414-10BF9D9D6A82}" type="presParOf" srcId="{A4AED4F0-569D-4560-BACD-E28CBA6EBB1E}" destId="{9E49E940-AC73-4CA9-AE9F-423CC11B6637}" srcOrd="1" destOrd="0" presId="urn:microsoft.com/office/officeart/2005/8/layout/vList2"/>
    <dgm:cxn modelId="{2B854A22-EF29-4BEE-B1EB-134730710955}" type="presParOf" srcId="{A4AED4F0-569D-4560-BACD-E28CBA6EBB1E}" destId="{9BB82D0D-A461-4F97-A27A-0EDD36CB5176}" srcOrd="2" destOrd="0" presId="urn:microsoft.com/office/officeart/2005/8/layout/vList2"/>
    <dgm:cxn modelId="{43CF7207-AB92-4B75-BE08-5F15B1833BD0}" type="presParOf" srcId="{A4AED4F0-569D-4560-BACD-E28CBA6EBB1E}" destId="{CB09813F-1615-49F6-87BE-0F776802AFCF}" srcOrd="3" destOrd="0" presId="urn:microsoft.com/office/officeart/2005/8/layout/vList2"/>
    <dgm:cxn modelId="{02559A28-FB5B-43EF-A99A-BBCA57F0F199}" type="presParOf" srcId="{A4AED4F0-569D-4560-BACD-E28CBA6EBB1E}" destId="{AF5EBAD1-3605-48C5-9359-9D7B9B43E30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F363801-3C27-4073-8E1D-FC17D786D577}" type="doc">
      <dgm:prSet loTypeId="urn:microsoft.com/office/officeart/2005/8/layout/matrix3" loCatId="matrix" qsTypeId="urn:microsoft.com/office/officeart/2005/8/quickstyle/simple4" qsCatId="simple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0C419B99-C117-4FB3-8084-39CA6B31A2D7}">
      <dgm:prSet/>
      <dgm:spPr/>
      <dgm:t>
        <a:bodyPr/>
        <a:lstStyle/>
        <a:p>
          <a:r>
            <a:rPr lang="it-IT" b="1" dirty="0" err="1" smtClean="0"/>
            <a:t>Methodology</a:t>
          </a:r>
          <a:r>
            <a:rPr lang="it-IT" b="1" dirty="0" smtClean="0"/>
            <a:t> </a:t>
          </a:r>
          <a:r>
            <a:rPr lang="it-IT" b="1" dirty="0" err="1" smtClean="0"/>
            <a:t>Validated</a:t>
          </a:r>
          <a:endParaRPr lang="it-IT" dirty="0" smtClean="0"/>
        </a:p>
      </dgm:t>
    </dgm:pt>
    <dgm:pt modelId="{7B55489C-7E76-440E-9326-0524BF2CE878}" type="parTrans" cxnId="{33886283-9F4C-414B-B5D5-679EDE317BD9}">
      <dgm:prSet/>
      <dgm:spPr/>
      <dgm:t>
        <a:bodyPr/>
        <a:lstStyle/>
        <a:p>
          <a:endParaRPr lang="it-IT"/>
        </a:p>
      </dgm:t>
    </dgm:pt>
    <dgm:pt modelId="{FC8547D9-A5FD-456F-A52B-E2E983A68616}" type="sibTrans" cxnId="{33886283-9F4C-414B-B5D5-679EDE317BD9}">
      <dgm:prSet/>
      <dgm:spPr/>
      <dgm:t>
        <a:bodyPr/>
        <a:lstStyle/>
        <a:p>
          <a:endParaRPr lang="it-IT"/>
        </a:p>
      </dgm:t>
    </dgm:pt>
    <dgm:pt modelId="{58B8DC84-7DBC-4230-9F8D-623ACF3CA410}">
      <dgm:prSet/>
      <dgm:spPr/>
      <dgm:t>
        <a:bodyPr/>
        <a:lstStyle/>
        <a:p>
          <a:r>
            <a:rPr lang="it-IT" b="1" dirty="0" smtClean="0"/>
            <a:t>Fast </a:t>
          </a:r>
          <a:r>
            <a:rPr lang="it-IT" b="1" dirty="0" err="1" smtClean="0"/>
            <a:t>Convergence</a:t>
          </a:r>
          <a:r>
            <a:rPr lang="it-IT" b="1" dirty="0" smtClean="0"/>
            <a:t> </a:t>
          </a:r>
          <a:r>
            <a:rPr lang="it-IT" b="1" dirty="0" err="1" smtClean="0"/>
            <a:t>Confirmed</a:t>
          </a:r>
          <a:endParaRPr lang="it-IT" dirty="0"/>
        </a:p>
      </dgm:t>
    </dgm:pt>
    <dgm:pt modelId="{4C98FB67-AFE8-4CB8-B15C-4709CE0C7602}" type="parTrans" cxnId="{CF4E3CEE-F454-4CA0-945E-8F09154133DC}">
      <dgm:prSet/>
      <dgm:spPr/>
      <dgm:t>
        <a:bodyPr/>
        <a:lstStyle/>
        <a:p>
          <a:endParaRPr lang="it-IT"/>
        </a:p>
      </dgm:t>
    </dgm:pt>
    <dgm:pt modelId="{DE20C07A-DA4E-4BF8-ABD8-C59205D1FBDA}" type="sibTrans" cxnId="{CF4E3CEE-F454-4CA0-945E-8F09154133DC}">
      <dgm:prSet/>
      <dgm:spPr/>
      <dgm:t>
        <a:bodyPr/>
        <a:lstStyle/>
        <a:p>
          <a:endParaRPr lang="it-IT"/>
        </a:p>
      </dgm:t>
    </dgm:pt>
    <dgm:pt modelId="{BA16200E-B54D-4719-B5CF-337B48A73D65}">
      <dgm:prSet/>
      <dgm:spPr/>
      <dgm:t>
        <a:bodyPr/>
        <a:lstStyle/>
        <a:p>
          <a:r>
            <a:rPr lang="it-IT" b="1" dirty="0" smtClean="0"/>
            <a:t>Project Success </a:t>
          </a:r>
          <a:r>
            <a:rPr lang="it-IT" b="1" dirty="0" err="1" smtClean="0"/>
            <a:t>Despite</a:t>
          </a:r>
          <a:r>
            <a:rPr lang="it-IT" b="1" dirty="0" smtClean="0"/>
            <a:t> Technical </a:t>
          </a:r>
          <a:r>
            <a:rPr lang="it-IT" b="1" dirty="0" err="1" smtClean="0"/>
            <a:t>Fragility</a:t>
          </a:r>
          <a:endParaRPr lang="it-IT" dirty="0"/>
        </a:p>
      </dgm:t>
    </dgm:pt>
    <dgm:pt modelId="{F7C2ADBA-5C9D-4E87-AFFC-A96FAF5387C8}" type="parTrans" cxnId="{623B29CB-28BB-4FE9-9BFC-45F256E8550C}">
      <dgm:prSet/>
      <dgm:spPr/>
      <dgm:t>
        <a:bodyPr/>
        <a:lstStyle/>
        <a:p>
          <a:endParaRPr lang="it-IT"/>
        </a:p>
      </dgm:t>
    </dgm:pt>
    <dgm:pt modelId="{23FDDAFC-F40D-49C9-A04E-008E57EF1FAA}" type="sibTrans" cxnId="{623B29CB-28BB-4FE9-9BFC-45F256E8550C}">
      <dgm:prSet/>
      <dgm:spPr/>
      <dgm:t>
        <a:bodyPr/>
        <a:lstStyle/>
        <a:p>
          <a:endParaRPr lang="it-IT"/>
        </a:p>
      </dgm:t>
    </dgm:pt>
    <dgm:pt modelId="{5CD12B30-3606-41BE-B26D-630AC0893C7B}">
      <dgm:prSet/>
      <dgm:spPr/>
      <dgm:t>
        <a:bodyPr/>
        <a:lstStyle/>
        <a:p>
          <a:r>
            <a:rPr lang="it-IT" b="1" dirty="0" err="1" smtClean="0"/>
            <a:t>Efficiency</a:t>
          </a:r>
          <a:r>
            <a:rPr lang="it-IT" b="1" dirty="0" smtClean="0"/>
            <a:t> </a:t>
          </a:r>
          <a:r>
            <a:rPr lang="it-IT" b="1" dirty="0" err="1" smtClean="0"/>
            <a:t>Claims</a:t>
          </a:r>
          <a:r>
            <a:rPr lang="it-IT" b="1" dirty="0" smtClean="0"/>
            <a:t> </a:t>
          </a:r>
          <a:r>
            <a:rPr lang="it-IT" b="1" dirty="0" err="1" smtClean="0"/>
            <a:t>Proven</a:t>
          </a:r>
          <a:endParaRPr lang="it-IT" dirty="0" smtClean="0"/>
        </a:p>
      </dgm:t>
    </dgm:pt>
    <dgm:pt modelId="{A0B191B3-B93B-4BA1-86CA-170FE461E7FB}" type="sibTrans" cxnId="{8D6BAF75-EAAF-4BDF-8551-EE2DFE3086C0}">
      <dgm:prSet/>
      <dgm:spPr/>
      <dgm:t>
        <a:bodyPr/>
        <a:lstStyle/>
        <a:p>
          <a:endParaRPr lang="it-IT"/>
        </a:p>
      </dgm:t>
    </dgm:pt>
    <dgm:pt modelId="{D914B478-715F-4894-82D9-F054E1411705}" type="parTrans" cxnId="{8D6BAF75-EAAF-4BDF-8551-EE2DFE3086C0}">
      <dgm:prSet/>
      <dgm:spPr/>
      <dgm:t>
        <a:bodyPr/>
        <a:lstStyle/>
        <a:p>
          <a:endParaRPr lang="it-IT"/>
        </a:p>
      </dgm:t>
    </dgm:pt>
    <dgm:pt modelId="{C1E94687-1ABD-44BA-B90F-95D4DA3F25D9}" type="pres">
      <dgm:prSet presAssocID="{8F363801-3C27-4073-8E1D-FC17D786D577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it-IT"/>
        </a:p>
      </dgm:t>
    </dgm:pt>
    <dgm:pt modelId="{09C8782D-1C35-4175-AE12-3EFE98CF4DBD}" type="pres">
      <dgm:prSet presAssocID="{8F363801-3C27-4073-8E1D-FC17D786D577}" presName="diamond" presStyleLbl="bgShp" presStyleIdx="0" presStyleCnt="1"/>
      <dgm:spPr/>
      <dgm:t>
        <a:bodyPr/>
        <a:lstStyle/>
        <a:p>
          <a:endParaRPr lang="it-IT"/>
        </a:p>
      </dgm:t>
    </dgm:pt>
    <dgm:pt modelId="{07E04B7C-FC0C-4E1A-9546-AE0F07A788FE}" type="pres">
      <dgm:prSet presAssocID="{8F363801-3C27-4073-8E1D-FC17D786D577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58C3A33E-AB65-4DCA-BE9D-39C74759C29E}" type="pres">
      <dgm:prSet presAssocID="{8F363801-3C27-4073-8E1D-FC17D786D577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38CF1B4B-0625-4CAF-99BB-62112382880B}" type="pres">
      <dgm:prSet presAssocID="{8F363801-3C27-4073-8E1D-FC17D786D577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it-IT"/>
        </a:p>
      </dgm:t>
    </dgm:pt>
    <dgm:pt modelId="{1CFA8394-045E-49AD-AAEF-2217DAC721CE}" type="pres">
      <dgm:prSet presAssocID="{8F363801-3C27-4073-8E1D-FC17D786D577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it-IT"/>
        </a:p>
      </dgm:t>
    </dgm:pt>
  </dgm:ptLst>
  <dgm:cxnLst>
    <dgm:cxn modelId="{33886283-9F4C-414B-B5D5-679EDE317BD9}" srcId="{8F363801-3C27-4073-8E1D-FC17D786D577}" destId="{0C419B99-C117-4FB3-8084-39CA6B31A2D7}" srcOrd="0" destOrd="0" parTransId="{7B55489C-7E76-440E-9326-0524BF2CE878}" sibTransId="{FC8547D9-A5FD-456F-A52B-E2E983A68616}"/>
    <dgm:cxn modelId="{CA1B3822-9F1B-4208-8F4D-652644CA63A7}" type="presOf" srcId="{0C419B99-C117-4FB3-8084-39CA6B31A2D7}" destId="{07E04B7C-FC0C-4E1A-9546-AE0F07A788FE}" srcOrd="0" destOrd="0" presId="urn:microsoft.com/office/officeart/2005/8/layout/matrix3"/>
    <dgm:cxn modelId="{C5DB3EEC-A7BD-48ED-9A4B-77DE768D18F3}" type="presOf" srcId="{5CD12B30-3606-41BE-B26D-630AC0893C7B}" destId="{58C3A33E-AB65-4DCA-BE9D-39C74759C29E}" srcOrd="0" destOrd="0" presId="urn:microsoft.com/office/officeart/2005/8/layout/matrix3"/>
    <dgm:cxn modelId="{01D4D1AB-9E16-46F9-A967-30669D8C8F66}" type="presOf" srcId="{BA16200E-B54D-4719-B5CF-337B48A73D65}" destId="{1CFA8394-045E-49AD-AAEF-2217DAC721CE}" srcOrd="0" destOrd="0" presId="urn:microsoft.com/office/officeart/2005/8/layout/matrix3"/>
    <dgm:cxn modelId="{8D6BAF75-EAAF-4BDF-8551-EE2DFE3086C0}" srcId="{8F363801-3C27-4073-8E1D-FC17D786D577}" destId="{5CD12B30-3606-41BE-B26D-630AC0893C7B}" srcOrd="1" destOrd="0" parTransId="{D914B478-715F-4894-82D9-F054E1411705}" sibTransId="{A0B191B3-B93B-4BA1-86CA-170FE461E7FB}"/>
    <dgm:cxn modelId="{623B29CB-28BB-4FE9-9BFC-45F256E8550C}" srcId="{8F363801-3C27-4073-8E1D-FC17D786D577}" destId="{BA16200E-B54D-4719-B5CF-337B48A73D65}" srcOrd="3" destOrd="0" parTransId="{F7C2ADBA-5C9D-4E87-AFFC-A96FAF5387C8}" sibTransId="{23FDDAFC-F40D-49C9-A04E-008E57EF1FAA}"/>
    <dgm:cxn modelId="{D320EED4-BD69-4367-9E25-FCE0CB3D1851}" type="presOf" srcId="{8F363801-3C27-4073-8E1D-FC17D786D577}" destId="{C1E94687-1ABD-44BA-B90F-95D4DA3F25D9}" srcOrd="0" destOrd="0" presId="urn:microsoft.com/office/officeart/2005/8/layout/matrix3"/>
    <dgm:cxn modelId="{9FA6E6F8-7298-4A97-9315-18BE14523713}" type="presOf" srcId="{58B8DC84-7DBC-4230-9F8D-623ACF3CA410}" destId="{38CF1B4B-0625-4CAF-99BB-62112382880B}" srcOrd="0" destOrd="0" presId="urn:microsoft.com/office/officeart/2005/8/layout/matrix3"/>
    <dgm:cxn modelId="{CF4E3CEE-F454-4CA0-945E-8F09154133DC}" srcId="{8F363801-3C27-4073-8E1D-FC17D786D577}" destId="{58B8DC84-7DBC-4230-9F8D-623ACF3CA410}" srcOrd="2" destOrd="0" parTransId="{4C98FB67-AFE8-4CB8-B15C-4709CE0C7602}" sibTransId="{DE20C07A-DA4E-4BF8-ABD8-C59205D1FBDA}"/>
    <dgm:cxn modelId="{146A8922-2E47-456D-89D7-F0FB9F3F5D2A}" type="presParOf" srcId="{C1E94687-1ABD-44BA-B90F-95D4DA3F25D9}" destId="{09C8782D-1C35-4175-AE12-3EFE98CF4DBD}" srcOrd="0" destOrd="0" presId="urn:microsoft.com/office/officeart/2005/8/layout/matrix3"/>
    <dgm:cxn modelId="{5A1F64A3-139E-4504-B3BA-9281D7C5FCAA}" type="presParOf" srcId="{C1E94687-1ABD-44BA-B90F-95D4DA3F25D9}" destId="{07E04B7C-FC0C-4E1A-9546-AE0F07A788FE}" srcOrd="1" destOrd="0" presId="urn:microsoft.com/office/officeart/2005/8/layout/matrix3"/>
    <dgm:cxn modelId="{3EB5CDEA-ACF5-4379-B0DE-E6EE5B06A7CC}" type="presParOf" srcId="{C1E94687-1ABD-44BA-B90F-95D4DA3F25D9}" destId="{58C3A33E-AB65-4DCA-BE9D-39C74759C29E}" srcOrd="2" destOrd="0" presId="urn:microsoft.com/office/officeart/2005/8/layout/matrix3"/>
    <dgm:cxn modelId="{A91FAC62-436E-45E2-940C-85268FC5ADF7}" type="presParOf" srcId="{C1E94687-1ABD-44BA-B90F-95D4DA3F25D9}" destId="{38CF1B4B-0625-4CAF-99BB-62112382880B}" srcOrd="3" destOrd="0" presId="urn:microsoft.com/office/officeart/2005/8/layout/matrix3"/>
    <dgm:cxn modelId="{5E8B901A-978D-4132-A1E4-6B6495FC51E3}" type="presParOf" srcId="{C1E94687-1ABD-44BA-B90F-95D4DA3F25D9}" destId="{1CFA8394-045E-49AD-AAEF-2217DAC721C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AD3B23-92F6-438A-B244-B282C742B7F8}">
      <dsp:nvSpPr>
        <dsp:cNvPr id="0" name=""/>
        <dsp:cNvSpPr/>
      </dsp:nvSpPr>
      <dsp:spPr>
        <a:xfrm>
          <a:off x="0" y="3292094"/>
          <a:ext cx="7810500" cy="72022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500" kern="1200" dirty="0" err="1"/>
            <a:t>Paper’s</a:t>
          </a:r>
          <a:r>
            <a:rPr lang="it-IT" sz="1500" kern="1200" dirty="0"/>
            <a:t> </a:t>
          </a:r>
          <a:r>
            <a:rPr lang="it-IT" sz="1500" kern="1200" dirty="0" err="1"/>
            <a:t>objective</a:t>
          </a:r>
          <a:r>
            <a:rPr lang="it-IT" sz="1500" kern="1200" dirty="0"/>
            <a:t>: </a:t>
          </a:r>
          <a:r>
            <a:rPr lang="it-IT" sz="1500" kern="1200" dirty="0" err="1"/>
            <a:t>semantically</a:t>
          </a:r>
          <a:r>
            <a:rPr lang="it-IT" sz="1500" kern="1200" dirty="0"/>
            <a:t> </a:t>
          </a:r>
          <a:r>
            <a:rPr lang="it-IT" sz="1500" kern="1200" dirty="0" err="1"/>
            <a:t>adapt</a:t>
          </a:r>
          <a:r>
            <a:rPr lang="it-IT" sz="1500" kern="1200" dirty="0"/>
            <a:t> </a:t>
          </a:r>
          <a:r>
            <a:rPr lang="it-IT" sz="1500" kern="1200" dirty="0" err="1"/>
            <a:t>vocabulary</a:t>
          </a:r>
          <a:r>
            <a:rPr lang="it-IT" sz="1500" kern="1200" dirty="0"/>
            <a:t> to </a:t>
          </a:r>
          <a:r>
            <a:rPr lang="it-IT" sz="2000" kern="1200" dirty="0" err="1"/>
            <a:t>improve</a:t>
          </a:r>
          <a:r>
            <a:rPr lang="it-IT" sz="1500" kern="1200" dirty="0"/>
            <a:t> </a:t>
          </a:r>
          <a:r>
            <a:rPr lang="it-IT" sz="1500" kern="1200" dirty="0" err="1"/>
            <a:t>Italian</a:t>
          </a:r>
          <a:r>
            <a:rPr lang="it-IT" sz="1500" kern="1200" dirty="0"/>
            <a:t> </a:t>
          </a:r>
          <a:r>
            <a:rPr lang="it-IT" sz="1500" kern="1200" dirty="0" err="1"/>
            <a:t>representations</a:t>
          </a:r>
          <a:r>
            <a:rPr lang="it-IT" sz="1500" kern="1200" dirty="0"/>
            <a:t> and </a:t>
          </a:r>
          <a:r>
            <a:rPr lang="it-IT" sz="1500" kern="1200" dirty="0" err="1"/>
            <a:t>efficiency</a:t>
          </a:r>
          <a:r>
            <a:rPr lang="it-IT" sz="1500" kern="1200" dirty="0"/>
            <a:t>.</a:t>
          </a:r>
          <a:endParaRPr lang="en-US" sz="1500" kern="1200" dirty="0"/>
        </a:p>
      </dsp:txBody>
      <dsp:txXfrm>
        <a:off x="0" y="3292094"/>
        <a:ext cx="7810500" cy="720229"/>
      </dsp:txXfrm>
    </dsp:sp>
    <dsp:sp modelId="{99E39591-F17C-494E-833F-D6FD5E1F8614}">
      <dsp:nvSpPr>
        <dsp:cNvPr id="0" name=""/>
        <dsp:cNvSpPr/>
      </dsp:nvSpPr>
      <dsp:spPr>
        <a:xfrm rot="10800000">
          <a:off x="0" y="2195184"/>
          <a:ext cx="7810500" cy="1107713"/>
        </a:xfrm>
        <a:prstGeom prst="upArrowCallou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000" kern="1200" dirty="0" err="1"/>
            <a:t>Consequences</a:t>
          </a:r>
          <a:r>
            <a:rPr lang="it-IT" sz="1200" kern="1200" dirty="0"/>
            <a:t>:</a:t>
          </a:r>
          <a:endParaRPr lang="en-US" sz="1200" kern="1200" dirty="0"/>
        </a:p>
      </dsp:txBody>
      <dsp:txXfrm rot="-10800000">
        <a:off x="0" y="2195184"/>
        <a:ext cx="7810500" cy="388807"/>
      </dsp:txXfrm>
    </dsp:sp>
    <dsp:sp modelId="{53063288-7FD7-4C6F-83A3-23DA2A7D142D}">
      <dsp:nvSpPr>
        <dsp:cNvPr id="0" name=""/>
        <dsp:cNvSpPr/>
      </dsp:nvSpPr>
      <dsp:spPr>
        <a:xfrm>
          <a:off x="3813" y="2583992"/>
          <a:ext cx="2600957" cy="331206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700" kern="1200" dirty="0"/>
            <a:t>more </a:t>
          </a:r>
          <a:r>
            <a:rPr lang="it-IT" sz="1700" kern="1200" dirty="0" err="1"/>
            <a:t>tokens</a:t>
          </a:r>
          <a:endParaRPr lang="en-US" sz="1700" kern="1200" dirty="0"/>
        </a:p>
      </dsp:txBody>
      <dsp:txXfrm>
        <a:off x="3813" y="2583992"/>
        <a:ext cx="2600957" cy="331206"/>
      </dsp:txXfrm>
    </dsp:sp>
    <dsp:sp modelId="{53C47333-6E9A-495A-A73C-199430A36351}">
      <dsp:nvSpPr>
        <dsp:cNvPr id="0" name=""/>
        <dsp:cNvSpPr/>
      </dsp:nvSpPr>
      <dsp:spPr>
        <a:xfrm>
          <a:off x="2604771" y="2583992"/>
          <a:ext cx="2600957" cy="331206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700" kern="1200" dirty="0"/>
            <a:t>generation </a:t>
          </a:r>
          <a:r>
            <a:rPr lang="it-IT" sz="1700" kern="1200" dirty="0" err="1"/>
            <a:t>cost</a:t>
          </a:r>
          <a:endParaRPr lang="en-US" sz="1700" kern="1200" dirty="0"/>
        </a:p>
      </dsp:txBody>
      <dsp:txXfrm>
        <a:off x="2604771" y="2583992"/>
        <a:ext cx="2600957" cy="331206"/>
      </dsp:txXfrm>
    </dsp:sp>
    <dsp:sp modelId="{E3EA9D7B-294C-455C-86EA-229769DA8866}">
      <dsp:nvSpPr>
        <dsp:cNvPr id="0" name=""/>
        <dsp:cNvSpPr/>
      </dsp:nvSpPr>
      <dsp:spPr>
        <a:xfrm>
          <a:off x="5205728" y="2583992"/>
          <a:ext cx="2600957" cy="331206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700" kern="1200" dirty="0"/>
            <a:t>zero-</a:t>
          </a:r>
          <a:r>
            <a:rPr lang="it-IT" sz="1700" kern="1200" dirty="0" err="1"/>
            <a:t>shot</a:t>
          </a:r>
          <a:r>
            <a:rPr lang="it-IT" sz="1700" kern="1200" dirty="0"/>
            <a:t> </a:t>
          </a:r>
          <a:r>
            <a:rPr lang="it-IT" sz="1700" kern="1200" dirty="0" err="1"/>
            <a:t>language</a:t>
          </a:r>
          <a:r>
            <a:rPr lang="it-IT" sz="1700" kern="1200" dirty="0"/>
            <a:t> </a:t>
          </a:r>
          <a:r>
            <a:rPr lang="it-IT" sz="1700" kern="1200" dirty="0" err="1"/>
            <a:t>quality</a:t>
          </a:r>
          <a:endParaRPr lang="en-US" sz="1700" kern="1200" dirty="0"/>
        </a:p>
      </dsp:txBody>
      <dsp:txXfrm>
        <a:off x="5205728" y="2583992"/>
        <a:ext cx="2600957" cy="331206"/>
      </dsp:txXfrm>
    </dsp:sp>
    <dsp:sp modelId="{0D8A136F-68E1-4B31-8386-DC8F053C2967}">
      <dsp:nvSpPr>
        <dsp:cNvPr id="0" name=""/>
        <dsp:cNvSpPr/>
      </dsp:nvSpPr>
      <dsp:spPr>
        <a:xfrm rot="10800000">
          <a:off x="0" y="1098274"/>
          <a:ext cx="7810500" cy="1107713"/>
        </a:xfrm>
        <a:prstGeom prst="upArrowCallou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000" kern="1200" dirty="0" err="1"/>
            <a:t>Morphologically</a:t>
          </a:r>
          <a:r>
            <a:rPr lang="it-IT" sz="2000" kern="1200" dirty="0"/>
            <a:t> </a:t>
          </a:r>
          <a:r>
            <a:rPr lang="it-IT" sz="2000" kern="1200" dirty="0" err="1"/>
            <a:t>rich</a:t>
          </a:r>
          <a:r>
            <a:rPr lang="it-IT" sz="2000" kern="1200" dirty="0"/>
            <a:t> </a:t>
          </a:r>
          <a:r>
            <a:rPr lang="it-IT" sz="2000" kern="1200" dirty="0" err="1"/>
            <a:t>languages</a:t>
          </a:r>
          <a:r>
            <a:rPr lang="it-IT" sz="2000" kern="1200" dirty="0"/>
            <a:t> (like </a:t>
          </a:r>
          <a:r>
            <a:rPr lang="it-IT" sz="2000" kern="1200" dirty="0" err="1"/>
            <a:t>Italian</a:t>
          </a:r>
          <a:r>
            <a:rPr lang="it-IT" sz="2000" kern="1200" dirty="0"/>
            <a:t>) → </a:t>
          </a:r>
          <a:r>
            <a:rPr lang="it-IT" sz="2000" kern="1200" dirty="0" err="1"/>
            <a:t>subtoken</a:t>
          </a:r>
          <a:r>
            <a:rPr lang="it-IT" sz="2000" kern="1200" dirty="0"/>
            <a:t> </a:t>
          </a:r>
          <a:r>
            <a:rPr lang="it-IT" sz="2000" kern="1200" dirty="0" err="1"/>
            <a:t>fragmentation</a:t>
          </a:r>
          <a:endParaRPr lang="en-US" sz="2000" kern="1200" dirty="0"/>
        </a:p>
      </dsp:txBody>
      <dsp:txXfrm rot="10800000">
        <a:off x="0" y="1098274"/>
        <a:ext cx="7810500" cy="719759"/>
      </dsp:txXfrm>
    </dsp:sp>
    <dsp:sp modelId="{E4B8330A-D9A3-402B-B104-08AB56974E48}">
      <dsp:nvSpPr>
        <dsp:cNvPr id="0" name=""/>
        <dsp:cNvSpPr/>
      </dsp:nvSpPr>
      <dsp:spPr>
        <a:xfrm rot="10800000">
          <a:off x="0" y="1364"/>
          <a:ext cx="7810500" cy="1107713"/>
        </a:xfrm>
        <a:prstGeom prst="upArrowCallou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000" kern="1200" dirty="0" err="1"/>
            <a:t>LLMs</a:t>
          </a:r>
          <a:r>
            <a:rPr lang="it-IT" sz="2000" kern="1200" dirty="0"/>
            <a:t> are </a:t>
          </a:r>
          <a:r>
            <a:rPr lang="it-IT" sz="2000" kern="1200" dirty="0" err="1"/>
            <a:t>mostly</a:t>
          </a:r>
          <a:r>
            <a:rPr lang="it-IT" sz="2000" kern="1200" dirty="0"/>
            <a:t> </a:t>
          </a:r>
          <a:r>
            <a:rPr lang="it-IT" sz="2000" kern="1200" dirty="0" err="1"/>
            <a:t>trained</a:t>
          </a:r>
          <a:r>
            <a:rPr lang="it-IT" sz="2000" kern="1200" dirty="0"/>
            <a:t> on English</a:t>
          </a:r>
          <a:endParaRPr lang="en-US" sz="2000" kern="1200" dirty="0"/>
        </a:p>
      </dsp:txBody>
      <dsp:txXfrm rot="10800000">
        <a:off x="0" y="1364"/>
        <a:ext cx="7810500" cy="7197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9B3CA5-13B0-4A10-B511-B5CBDE409E34}">
      <dsp:nvSpPr>
        <dsp:cNvPr id="0" name=""/>
        <dsp:cNvSpPr/>
      </dsp:nvSpPr>
      <dsp:spPr>
        <a:xfrm>
          <a:off x="0" y="0"/>
          <a:ext cx="678815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60AD1-E80A-4E96-931E-2CAFDEBF5D39}">
      <dsp:nvSpPr>
        <dsp:cNvPr id="0" name=""/>
        <dsp:cNvSpPr/>
      </dsp:nvSpPr>
      <dsp:spPr>
        <a:xfrm>
          <a:off x="0" y="0"/>
          <a:ext cx="1357630" cy="1854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500" b="1" i="0" kern="1200" dirty="0"/>
            <a:t>Goal</a:t>
          </a:r>
          <a:r>
            <a:rPr lang="it-IT" sz="2500" b="1" i="0" kern="1200" dirty="0" smtClean="0"/>
            <a:t>: </a:t>
          </a:r>
          <a:endParaRPr lang="en-US" sz="2500" kern="1200" dirty="0"/>
        </a:p>
      </dsp:txBody>
      <dsp:txXfrm>
        <a:off x="0" y="0"/>
        <a:ext cx="1357630" cy="1854993"/>
      </dsp:txXfrm>
    </dsp:sp>
    <dsp:sp modelId="{5E318C59-77A7-41E0-93E0-35D192919C7F}">
      <dsp:nvSpPr>
        <dsp:cNvPr id="0" name=""/>
        <dsp:cNvSpPr/>
      </dsp:nvSpPr>
      <dsp:spPr>
        <a:xfrm>
          <a:off x="1459452" y="21806"/>
          <a:ext cx="5328697" cy="436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800" b="1" i="0" kern="1200" dirty="0" err="1"/>
            <a:t>Adapt</a:t>
          </a:r>
          <a:r>
            <a:rPr lang="it-IT" sz="1800" b="1" i="0" kern="1200" dirty="0"/>
            <a:t> </a:t>
          </a:r>
          <a:r>
            <a:rPr lang="it-IT" sz="1800" b="1" i="0" kern="1200" dirty="0" err="1"/>
            <a:t>LLaMA</a:t>
          </a:r>
          <a:r>
            <a:rPr lang="it-IT" sz="1800" b="1" i="0" kern="1200" dirty="0"/>
            <a:t> 3.1-8B for </a:t>
          </a:r>
          <a:r>
            <a:rPr lang="it-IT" sz="1800" b="1" i="0" kern="1200" dirty="0" err="1" smtClean="0"/>
            <a:t>Italian</a:t>
          </a:r>
          <a:endParaRPr lang="en-US" sz="1800" kern="1200" dirty="0"/>
        </a:p>
      </dsp:txBody>
      <dsp:txXfrm>
        <a:off x="1459452" y="21806"/>
        <a:ext cx="5328697" cy="436122"/>
      </dsp:txXfrm>
    </dsp:sp>
    <dsp:sp modelId="{9FCC97DE-EAB6-414E-BC8E-AE43917C052F}">
      <dsp:nvSpPr>
        <dsp:cNvPr id="0" name=""/>
        <dsp:cNvSpPr/>
      </dsp:nvSpPr>
      <dsp:spPr>
        <a:xfrm>
          <a:off x="1357630" y="457928"/>
          <a:ext cx="543052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1158D8-C3DE-4468-A129-72CB44703BC7}">
      <dsp:nvSpPr>
        <dsp:cNvPr id="0" name=""/>
        <dsp:cNvSpPr/>
      </dsp:nvSpPr>
      <dsp:spPr>
        <a:xfrm>
          <a:off x="1459452" y="479735"/>
          <a:ext cx="5328697" cy="436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800" b="1" i="0" kern="1200" dirty="0" err="1"/>
            <a:t>Reducing</a:t>
          </a:r>
          <a:r>
            <a:rPr lang="it-IT" sz="1800" b="1" i="0" kern="1200" dirty="0"/>
            <a:t> token </a:t>
          </a:r>
          <a:r>
            <a:rPr lang="it-IT" sz="1800" b="1" i="0" kern="1200" dirty="0" err="1"/>
            <a:t>fertility</a:t>
          </a:r>
          <a:endParaRPr lang="en-US" sz="1800" kern="1200" dirty="0"/>
        </a:p>
      </dsp:txBody>
      <dsp:txXfrm>
        <a:off x="1459452" y="479735"/>
        <a:ext cx="5328697" cy="436122"/>
      </dsp:txXfrm>
    </dsp:sp>
    <dsp:sp modelId="{73AEF83C-5E60-4CA0-9EC7-76322B89D921}">
      <dsp:nvSpPr>
        <dsp:cNvPr id="0" name=""/>
        <dsp:cNvSpPr/>
      </dsp:nvSpPr>
      <dsp:spPr>
        <a:xfrm>
          <a:off x="1357630" y="915857"/>
          <a:ext cx="543052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BF3573-D68E-41E8-86E6-0DE56C75BEF0}">
      <dsp:nvSpPr>
        <dsp:cNvPr id="0" name=""/>
        <dsp:cNvSpPr/>
      </dsp:nvSpPr>
      <dsp:spPr>
        <a:xfrm>
          <a:off x="1459452" y="937663"/>
          <a:ext cx="5328697" cy="436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800" b="1" i="0" kern="1200" dirty="0" err="1"/>
            <a:t>Improving</a:t>
          </a:r>
          <a:r>
            <a:rPr lang="it-IT" sz="1800" b="1" i="0" kern="1200" dirty="0"/>
            <a:t> </a:t>
          </a:r>
          <a:r>
            <a:rPr lang="it-IT" sz="1800" b="1" i="0" kern="1200" dirty="0" err="1"/>
            <a:t>efficiency</a:t>
          </a:r>
          <a:r>
            <a:rPr lang="it-IT" sz="1800" b="1" i="0" kern="1200" dirty="0"/>
            <a:t> (</a:t>
          </a:r>
          <a:r>
            <a:rPr lang="it-IT" sz="1800" b="1" i="0" kern="1200" dirty="0" err="1"/>
            <a:t>tokenization</a:t>
          </a:r>
          <a:r>
            <a:rPr lang="it-IT" sz="1800" b="1" i="0" kern="1200" dirty="0"/>
            <a:t> speed, </a:t>
          </a:r>
          <a:r>
            <a:rPr lang="it-IT" sz="1800" b="1" i="0" kern="1200" dirty="0" err="1"/>
            <a:t>inference</a:t>
          </a:r>
          <a:r>
            <a:rPr lang="it-IT" sz="1800" b="1" i="0" kern="1200" dirty="0"/>
            <a:t>)</a:t>
          </a:r>
          <a:endParaRPr lang="en-US" sz="1800" kern="1200" dirty="0"/>
        </a:p>
      </dsp:txBody>
      <dsp:txXfrm>
        <a:off x="1459452" y="937663"/>
        <a:ext cx="5328697" cy="436122"/>
      </dsp:txXfrm>
    </dsp:sp>
    <dsp:sp modelId="{FE33D0E2-FA8F-46FC-A875-3BF1CAC8D439}">
      <dsp:nvSpPr>
        <dsp:cNvPr id="0" name=""/>
        <dsp:cNvSpPr/>
      </dsp:nvSpPr>
      <dsp:spPr>
        <a:xfrm>
          <a:off x="1357630" y="1373786"/>
          <a:ext cx="543052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904765-127A-4CAD-9D51-7A4EC19A2344}">
      <dsp:nvSpPr>
        <dsp:cNvPr id="0" name=""/>
        <dsp:cNvSpPr/>
      </dsp:nvSpPr>
      <dsp:spPr>
        <a:xfrm>
          <a:off x="1459452" y="1395592"/>
          <a:ext cx="5328697" cy="436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800" b="1" i="0" kern="1200" dirty="0" err="1"/>
            <a:t>Preserve</a:t>
          </a:r>
          <a:r>
            <a:rPr lang="it-IT" sz="1800" b="1" i="0" kern="1200" dirty="0"/>
            <a:t> generative </a:t>
          </a:r>
          <a:r>
            <a:rPr lang="it-IT" sz="1800" b="1" i="0" kern="1200" dirty="0" err="1"/>
            <a:t>quality</a:t>
          </a:r>
          <a:r>
            <a:rPr lang="it-IT" sz="1800" b="1" i="0" kern="1200" dirty="0"/>
            <a:t> (</a:t>
          </a:r>
          <a:r>
            <a:rPr lang="it-IT" sz="1800" b="1" i="0" kern="1200" dirty="0" err="1"/>
            <a:t>translation</a:t>
          </a:r>
          <a:r>
            <a:rPr lang="it-IT" sz="1800" b="1" i="0" kern="1200" dirty="0"/>
            <a:t>, QA) </a:t>
          </a:r>
          <a:endParaRPr lang="en-US" sz="1800" kern="1200" dirty="0"/>
        </a:p>
      </dsp:txBody>
      <dsp:txXfrm>
        <a:off x="1459452" y="1395592"/>
        <a:ext cx="5328697" cy="436122"/>
      </dsp:txXfrm>
    </dsp:sp>
    <dsp:sp modelId="{037A37AD-02CE-49C6-A267-29ECB857C566}">
      <dsp:nvSpPr>
        <dsp:cNvPr id="0" name=""/>
        <dsp:cNvSpPr/>
      </dsp:nvSpPr>
      <dsp:spPr>
        <a:xfrm>
          <a:off x="1357630" y="1831715"/>
          <a:ext cx="543052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976E9D-960C-4465-B9DF-7881B85AE86D}">
      <dsp:nvSpPr>
        <dsp:cNvPr id="0" name=""/>
        <dsp:cNvSpPr/>
      </dsp:nvSpPr>
      <dsp:spPr>
        <a:xfrm>
          <a:off x="0" y="1854993"/>
          <a:ext cx="678815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323667-DA55-42A2-A18C-E42AC1E09BCD}">
      <dsp:nvSpPr>
        <dsp:cNvPr id="0" name=""/>
        <dsp:cNvSpPr/>
      </dsp:nvSpPr>
      <dsp:spPr>
        <a:xfrm>
          <a:off x="0" y="1854993"/>
          <a:ext cx="1357630" cy="18549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500" b="1" i="0" kern="1200" dirty="0"/>
            <a:t>Method:</a:t>
          </a:r>
          <a:endParaRPr lang="en-US" sz="2500" kern="1200" dirty="0"/>
        </a:p>
      </dsp:txBody>
      <dsp:txXfrm>
        <a:off x="0" y="1854993"/>
        <a:ext cx="1357630" cy="1854993"/>
      </dsp:txXfrm>
    </dsp:sp>
    <dsp:sp modelId="{A7D5AB93-6055-4D17-BE9D-3485175EC7BE}">
      <dsp:nvSpPr>
        <dsp:cNvPr id="0" name=""/>
        <dsp:cNvSpPr/>
      </dsp:nvSpPr>
      <dsp:spPr>
        <a:xfrm>
          <a:off x="1459452" y="1898107"/>
          <a:ext cx="5328697" cy="862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800" b="1" i="0" kern="1200" dirty="0"/>
            <a:t>Quantitative </a:t>
          </a:r>
          <a:r>
            <a:rPr lang="it-IT" sz="1800" b="1" i="0" kern="1200" dirty="0" err="1"/>
            <a:t>analysis</a:t>
          </a:r>
          <a:r>
            <a:rPr lang="it-IT" sz="1800" b="1" i="0" kern="1200" dirty="0"/>
            <a:t> of </a:t>
          </a:r>
          <a:r>
            <a:rPr lang="it-IT" sz="1800" b="1" i="0" kern="1200" dirty="0" err="1"/>
            <a:t>pre-trained</a:t>
          </a:r>
          <a:r>
            <a:rPr lang="it-IT" sz="1800" b="1" i="0" kern="1200" dirty="0"/>
            <a:t> models</a:t>
          </a:r>
          <a:endParaRPr lang="en-US" sz="1800" kern="1200" dirty="0"/>
        </a:p>
      </dsp:txBody>
      <dsp:txXfrm>
        <a:off x="1459452" y="1898107"/>
        <a:ext cx="5328697" cy="862282"/>
      </dsp:txXfrm>
    </dsp:sp>
    <dsp:sp modelId="{98BAF806-CD8D-4DAA-B848-355C4FF54C7E}">
      <dsp:nvSpPr>
        <dsp:cNvPr id="0" name=""/>
        <dsp:cNvSpPr/>
      </dsp:nvSpPr>
      <dsp:spPr>
        <a:xfrm>
          <a:off x="1357630" y="2760389"/>
          <a:ext cx="543052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476AE6-F88D-422D-B126-BF28C795200F}">
      <dsp:nvSpPr>
        <dsp:cNvPr id="0" name=""/>
        <dsp:cNvSpPr/>
      </dsp:nvSpPr>
      <dsp:spPr>
        <a:xfrm>
          <a:off x="1459452" y="2803503"/>
          <a:ext cx="5328697" cy="862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/>
            <a:t>Mini-Continual training (Mini-CT) reproduction</a:t>
          </a:r>
        </a:p>
      </dsp:txBody>
      <dsp:txXfrm>
        <a:off x="1459452" y="2803503"/>
        <a:ext cx="5328697" cy="862282"/>
      </dsp:txXfrm>
    </dsp:sp>
    <dsp:sp modelId="{FCCCFBDE-B90C-4C59-9DAF-FF02D8D4F472}">
      <dsp:nvSpPr>
        <dsp:cNvPr id="0" name=""/>
        <dsp:cNvSpPr/>
      </dsp:nvSpPr>
      <dsp:spPr>
        <a:xfrm>
          <a:off x="1357630" y="3665785"/>
          <a:ext cx="543052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8071EF-47D6-4D48-A0E3-BB39D9D5AF36}">
      <dsp:nvSpPr>
        <dsp:cNvPr id="0" name=""/>
        <dsp:cNvSpPr/>
      </dsp:nvSpPr>
      <dsp:spPr>
        <a:xfrm>
          <a:off x="0" y="0"/>
          <a:ext cx="10515331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035B1D-3DB5-4DE4-836A-09F402A8C35C}">
      <dsp:nvSpPr>
        <dsp:cNvPr id="0" name=""/>
        <dsp:cNvSpPr/>
      </dsp:nvSpPr>
      <dsp:spPr>
        <a:xfrm>
          <a:off x="0" y="0"/>
          <a:ext cx="2103066" cy="23261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800" b="1" kern="1200" dirty="0"/>
            <a:t>Quantitative Check-Up</a:t>
          </a:r>
          <a:endParaRPr lang="en-US" sz="2800" b="1" kern="1200" dirty="0"/>
        </a:p>
      </dsp:txBody>
      <dsp:txXfrm>
        <a:off x="0" y="0"/>
        <a:ext cx="2103066" cy="2326173"/>
      </dsp:txXfrm>
    </dsp:sp>
    <dsp:sp modelId="{02F59840-450D-4D31-A76E-5DAE6C940370}">
      <dsp:nvSpPr>
        <dsp:cNvPr id="0" name=""/>
        <dsp:cNvSpPr/>
      </dsp:nvSpPr>
      <dsp:spPr>
        <a:xfrm>
          <a:off x="2260796" y="18315"/>
          <a:ext cx="8254534" cy="366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600" kern="1200" dirty="0"/>
            <a:t>Token </a:t>
          </a:r>
          <a:r>
            <a:rPr lang="it-IT" sz="1600" kern="1200" dirty="0" err="1"/>
            <a:t>Fertility</a:t>
          </a:r>
          <a:endParaRPr lang="en-US" sz="1600" kern="1200" dirty="0"/>
        </a:p>
      </dsp:txBody>
      <dsp:txXfrm>
        <a:off x="2260796" y="18315"/>
        <a:ext cx="8254534" cy="366304"/>
      </dsp:txXfrm>
    </dsp:sp>
    <dsp:sp modelId="{3430B260-D437-4E98-967E-C2D7BD292E88}">
      <dsp:nvSpPr>
        <dsp:cNvPr id="0" name=""/>
        <dsp:cNvSpPr/>
      </dsp:nvSpPr>
      <dsp:spPr>
        <a:xfrm>
          <a:off x="2103066" y="384619"/>
          <a:ext cx="841226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902D6A3-9F97-4D59-9358-83F05AD583D8}">
      <dsp:nvSpPr>
        <dsp:cNvPr id="0" name=""/>
        <dsp:cNvSpPr/>
      </dsp:nvSpPr>
      <dsp:spPr>
        <a:xfrm>
          <a:off x="2260796" y="402934"/>
          <a:ext cx="8254534" cy="366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600" kern="1200" dirty="0"/>
            <a:t>Token Count</a:t>
          </a:r>
        </a:p>
      </dsp:txBody>
      <dsp:txXfrm>
        <a:off x="2260796" y="402934"/>
        <a:ext cx="8254534" cy="366304"/>
      </dsp:txXfrm>
    </dsp:sp>
    <dsp:sp modelId="{0CB57431-AC1E-49B2-AA33-CFB515F36ACF}">
      <dsp:nvSpPr>
        <dsp:cNvPr id="0" name=""/>
        <dsp:cNvSpPr/>
      </dsp:nvSpPr>
      <dsp:spPr>
        <a:xfrm>
          <a:off x="2103066" y="769238"/>
          <a:ext cx="841226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706C013-50AE-4CCF-942E-7F304CFE4341}">
      <dsp:nvSpPr>
        <dsp:cNvPr id="0" name=""/>
        <dsp:cNvSpPr/>
      </dsp:nvSpPr>
      <dsp:spPr>
        <a:xfrm>
          <a:off x="2260796" y="787553"/>
          <a:ext cx="8254534" cy="366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600" kern="1200" dirty="0" err="1"/>
            <a:t>Tokenization</a:t>
          </a:r>
          <a:r>
            <a:rPr lang="it-IT" sz="1600" kern="1200" dirty="0"/>
            <a:t> Speed</a:t>
          </a:r>
        </a:p>
      </dsp:txBody>
      <dsp:txXfrm>
        <a:off x="2260796" y="787553"/>
        <a:ext cx="8254534" cy="366304"/>
      </dsp:txXfrm>
    </dsp:sp>
    <dsp:sp modelId="{6701F396-DF30-4957-BBC9-94C07F991ECC}">
      <dsp:nvSpPr>
        <dsp:cNvPr id="0" name=""/>
        <dsp:cNvSpPr/>
      </dsp:nvSpPr>
      <dsp:spPr>
        <a:xfrm>
          <a:off x="2103066" y="1153858"/>
          <a:ext cx="841226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9C9AC3D-AD4A-48F3-8DC8-49732A919B2D}">
      <dsp:nvSpPr>
        <dsp:cNvPr id="0" name=""/>
        <dsp:cNvSpPr/>
      </dsp:nvSpPr>
      <dsp:spPr>
        <a:xfrm>
          <a:off x="2260796" y="1172173"/>
          <a:ext cx="8254534" cy="366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600" kern="1200" dirty="0"/>
            <a:t>Light </a:t>
          </a:r>
          <a:r>
            <a:rPr lang="it-IT" sz="1600" kern="1200" dirty="0" err="1"/>
            <a:t>Inference</a:t>
          </a:r>
          <a:r>
            <a:rPr lang="it-IT" sz="1600" kern="1200" dirty="0"/>
            <a:t> Time</a:t>
          </a:r>
        </a:p>
      </dsp:txBody>
      <dsp:txXfrm>
        <a:off x="2260796" y="1172173"/>
        <a:ext cx="8254534" cy="366304"/>
      </dsp:txXfrm>
    </dsp:sp>
    <dsp:sp modelId="{02F98BD3-BB2D-4B19-B71B-981CFDEA6596}">
      <dsp:nvSpPr>
        <dsp:cNvPr id="0" name=""/>
        <dsp:cNvSpPr/>
      </dsp:nvSpPr>
      <dsp:spPr>
        <a:xfrm>
          <a:off x="2103066" y="1538477"/>
          <a:ext cx="841226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115687F-1DFA-40A8-81F9-7F8D4F55D049}">
      <dsp:nvSpPr>
        <dsp:cNvPr id="0" name=""/>
        <dsp:cNvSpPr/>
      </dsp:nvSpPr>
      <dsp:spPr>
        <a:xfrm>
          <a:off x="2260796" y="1556792"/>
          <a:ext cx="8254534" cy="366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600" kern="1200" dirty="0" smtClean="0"/>
            <a:t>Generative </a:t>
          </a:r>
          <a:r>
            <a:rPr lang="it-IT" sz="1600" kern="1200" dirty="0" err="1" smtClean="0"/>
            <a:t>evaluation</a:t>
          </a:r>
          <a:r>
            <a:rPr lang="it-IT" sz="1600" kern="1200" dirty="0" smtClean="0"/>
            <a:t> (BLEU/ROUGE)</a:t>
          </a:r>
          <a:endParaRPr lang="it-IT" sz="1600" kern="1200" dirty="0"/>
        </a:p>
      </dsp:txBody>
      <dsp:txXfrm>
        <a:off x="2260796" y="1556792"/>
        <a:ext cx="8254534" cy="366304"/>
      </dsp:txXfrm>
    </dsp:sp>
    <dsp:sp modelId="{EF10A434-497D-4391-A593-E00DB939C25A}">
      <dsp:nvSpPr>
        <dsp:cNvPr id="0" name=""/>
        <dsp:cNvSpPr/>
      </dsp:nvSpPr>
      <dsp:spPr>
        <a:xfrm>
          <a:off x="2103066" y="1923096"/>
          <a:ext cx="841226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A9BFECF-3477-4F12-973C-F97EF4715D7F}">
      <dsp:nvSpPr>
        <dsp:cNvPr id="0" name=""/>
        <dsp:cNvSpPr/>
      </dsp:nvSpPr>
      <dsp:spPr>
        <a:xfrm>
          <a:off x="2260796" y="1941412"/>
          <a:ext cx="8254534" cy="366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600" kern="1200" dirty="0" smtClean="0"/>
            <a:t>	Using </a:t>
          </a:r>
          <a:r>
            <a:rPr lang="it-IT" sz="1600" kern="1200" dirty="0" err="1" smtClean="0"/>
            <a:t>official</a:t>
          </a:r>
          <a:r>
            <a:rPr lang="it-IT" sz="1600" kern="1200" dirty="0" smtClean="0"/>
            <a:t> </a:t>
          </a:r>
          <a:r>
            <a:rPr lang="it-IT" sz="1600" kern="1200" dirty="0" err="1" smtClean="0"/>
            <a:t>models</a:t>
          </a:r>
          <a:r>
            <a:rPr lang="it-IT" sz="1600" kern="1200" dirty="0" smtClean="0"/>
            <a:t>: Base </a:t>
          </a:r>
          <a:r>
            <a:rPr lang="it-IT" sz="1600" kern="1200" dirty="0" err="1" smtClean="0"/>
            <a:t>Llama</a:t>
          </a:r>
          <a:r>
            <a:rPr lang="it-IT" sz="1600" kern="1200" dirty="0" smtClean="0"/>
            <a:t>, LAPT, SAVA, FVT</a:t>
          </a:r>
          <a:endParaRPr lang="it-IT" sz="1600" kern="1200" dirty="0"/>
        </a:p>
      </dsp:txBody>
      <dsp:txXfrm>
        <a:off x="2260796" y="1941412"/>
        <a:ext cx="8254534" cy="366304"/>
      </dsp:txXfrm>
    </dsp:sp>
    <dsp:sp modelId="{90870172-11F0-4385-9319-A7912B518549}">
      <dsp:nvSpPr>
        <dsp:cNvPr id="0" name=""/>
        <dsp:cNvSpPr/>
      </dsp:nvSpPr>
      <dsp:spPr>
        <a:xfrm>
          <a:off x="2103066" y="2307716"/>
          <a:ext cx="841226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3F92E05-6D4B-48AE-B5C9-2F818F5880B0}">
      <dsp:nvSpPr>
        <dsp:cNvPr id="0" name=""/>
        <dsp:cNvSpPr/>
      </dsp:nvSpPr>
      <dsp:spPr>
        <a:xfrm>
          <a:off x="0" y="2326173"/>
          <a:ext cx="10515331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524AA1-A15D-4453-8CD2-870CB4210213}">
      <dsp:nvSpPr>
        <dsp:cNvPr id="0" name=""/>
        <dsp:cNvSpPr/>
      </dsp:nvSpPr>
      <dsp:spPr>
        <a:xfrm>
          <a:off x="0" y="2326173"/>
          <a:ext cx="2103066" cy="23261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</a:pPr>
          <a:r>
            <a:rPr lang="it-IT" sz="2800" b="1" kern="1200" dirty="0" smtClean="0"/>
            <a:t>Mini-</a:t>
          </a:r>
          <a:r>
            <a:rPr lang="it-IT" sz="2800" b="1" kern="1200" dirty="0" err="1" smtClean="0"/>
            <a:t>Continual</a:t>
          </a:r>
          <a:r>
            <a:rPr lang="it-IT" sz="2800" b="1" kern="1200" dirty="0" smtClean="0"/>
            <a:t> Training</a:t>
          </a:r>
          <a:endParaRPr lang="en-US" sz="2800" b="1" kern="1200" dirty="0"/>
        </a:p>
      </dsp:txBody>
      <dsp:txXfrm>
        <a:off x="0" y="2326173"/>
        <a:ext cx="2103066" cy="2326173"/>
      </dsp:txXfrm>
    </dsp:sp>
    <dsp:sp modelId="{F3381949-04BC-4254-A77C-0BBE5720168C}">
      <dsp:nvSpPr>
        <dsp:cNvPr id="0" name=""/>
        <dsp:cNvSpPr/>
      </dsp:nvSpPr>
      <dsp:spPr>
        <a:xfrm>
          <a:off x="2260796" y="2362519"/>
          <a:ext cx="8254534" cy="7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</a:pPr>
          <a:r>
            <a:rPr lang="it-IT" sz="1600" kern="1200" dirty="0" err="1"/>
            <a:t>Simplified</a:t>
          </a:r>
          <a:r>
            <a:rPr lang="it-IT" sz="1600" kern="1200" dirty="0"/>
            <a:t> SAVA </a:t>
          </a:r>
          <a:r>
            <a:rPr lang="it-IT" sz="1600" kern="1200" dirty="0" err="1"/>
            <a:t>implementation</a:t>
          </a:r>
          <a:endParaRPr lang="en-US" sz="1600" kern="1200" dirty="0"/>
        </a:p>
      </dsp:txBody>
      <dsp:txXfrm>
        <a:off x="2260796" y="2362519"/>
        <a:ext cx="8254534" cy="726929"/>
      </dsp:txXfrm>
    </dsp:sp>
    <dsp:sp modelId="{BBD1FD50-25BC-4E26-BEB4-67B1B3A2AEA1}">
      <dsp:nvSpPr>
        <dsp:cNvPr id="0" name=""/>
        <dsp:cNvSpPr/>
      </dsp:nvSpPr>
      <dsp:spPr>
        <a:xfrm>
          <a:off x="2103066" y="3089449"/>
          <a:ext cx="841226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66E0490-D33E-4F6A-80CE-597FEC5A040F}">
      <dsp:nvSpPr>
        <dsp:cNvPr id="0" name=""/>
        <dsp:cNvSpPr/>
      </dsp:nvSpPr>
      <dsp:spPr>
        <a:xfrm>
          <a:off x="2260796" y="3125795"/>
          <a:ext cx="8254534" cy="7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600" kern="1200" dirty="0"/>
            <a:t>Model </a:t>
          </a:r>
          <a:r>
            <a:rPr lang="it-IT" sz="1600" kern="1200" dirty="0" err="1"/>
            <a:t>initialization</a:t>
          </a:r>
          <a:endParaRPr lang="it-IT" sz="1600" kern="1200" dirty="0"/>
        </a:p>
      </dsp:txBody>
      <dsp:txXfrm>
        <a:off x="2260796" y="3125795"/>
        <a:ext cx="8254534" cy="726929"/>
      </dsp:txXfrm>
    </dsp:sp>
    <dsp:sp modelId="{72AFE8E4-80C7-48F7-AB4E-EB73BC890266}">
      <dsp:nvSpPr>
        <dsp:cNvPr id="0" name=""/>
        <dsp:cNvSpPr/>
      </dsp:nvSpPr>
      <dsp:spPr>
        <a:xfrm>
          <a:off x="2103066" y="3852724"/>
          <a:ext cx="841226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C2F79B4-88C6-4060-A9F9-526536397E9E}">
      <dsp:nvSpPr>
        <dsp:cNvPr id="0" name=""/>
        <dsp:cNvSpPr/>
      </dsp:nvSpPr>
      <dsp:spPr>
        <a:xfrm>
          <a:off x="2260796" y="3889071"/>
          <a:ext cx="8254534" cy="7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600" kern="1200" dirty="0"/>
            <a:t>Mini-</a:t>
          </a:r>
          <a:r>
            <a:rPr lang="it-IT" sz="1600" kern="1200" dirty="0" err="1"/>
            <a:t>Continual</a:t>
          </a:r>
          <a:r>
            <a:rPr lang="it-IT" sz="1600" kern="1200" dirty="0"/>
            <a:t> Training with </a:t>
          </a:r>
          <a:r>
            <a:rPr lang="it-IT" sz="1600" kern="1200" dirty="0" err="1"/>
            <a:t>LoRA</a:t>
          </a:r>
          <a:r>
            <a:rPr lang="it-IT" sz="1600" kern="1200" dirty="0"/>
            <a:t>, 1 </a:t>
          </a:r>
          <a:r>
            <a:rPr lang="it-IT" sz="1600" kern="1200" dirty="0" err="1"/>
            <a:t>epoch</a:t>
          </a:r>
          <a:endParaRPr lang="it-IT" sz="1600" kern="1200" dirty="0"/>
        </a:p>
      </dsp:txBody>
      <dsp:txXfrm>
        <a:off x="2260796" y="3889071"/>
        <a:ext cx="8254534" cy="726929"/>
      </dsp:txXfrm>
    </dsp:sp>
    <dsp:sp modelId="{5F317995-CEC2-4580-AF4D-C73109BC15A9}">
      <dsp:nvSpPr>
        <dsp:cNvPr id="0" name=""/>
        <dsp:cNvSpPr/>
      </dsp:nvSpPr>
      <dsp:spPr>
        <a:xfrm>
          <a:off x="2103066" y="4616000"/>
          <a:ext cx="841226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FF66A-1BE2-49EC-B215-F0C9600F5EAF}">
      <dsp:nvSpPr>
        <dsp:cNvPr id="0" name=""/>
        <dsp:cNvSpPr/>
      </dsp:nvSpPr>
      <dsp:spPr>
        <a:xfrm>
          <a:off x="0" y="8668"/>
          <a:ext cx="8178362" cy="1357200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000" b="1" kern="1200" dirty="0" smtClean="0"/>
            <a:t>Corpus:</a:t>
          </a:r>
          <a:endParaRPr lang="it-IT" sz="2000" kern="1200" dirty="0" smtClean="0"/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it-IT" sz="2000" kern="1200" dirty="0" smtClean="0"/>
            <a:t> 2,000 </a:t>
          </a:r>
          <a:r>
            <a:rPr lang="it-IT" sz="2000" kern="1200" dirty="0" err="1" smtClean="0"/>
            <a:t>Italian</a:t>
          </a:r>
          <a:r>
            <a:rPr lang="it-IT" sz="2000" kern="1200" dirty="0" smtClean="0"/>
            <a:t> Wikipedia </a:t>
          </a:r>
          <a:r>
            <a:rPr lang="it-IT" sz="2000" kern="1200" dirty="0" err="1" smtClean="0"/>
            <a:t>sentences</a:t>
          </a:r>
          <a:endParaRPr lang="it-IT" sz="2000" kern="1200" dirty="0" smtClean="0"/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it-IT" sz="2000" kern="1200" dirty="0" smtClean="0"/>
            <a:t> 2,000 English </a:t>
          </a:r>
          <a:r>
            <a:rPr lang="it-IT" sz="2000" kern="1200" dirty="0" err="1" smtClean="0"/>
            <a:t>translations</a:t>
          </a:r>
          <a:endParaRPr lang="en-US" sz="2000" kern="1200" dirty="0"/>
        </a:p>
      </dsp:txBody>
      <dsp:txXfrm>
        <a:off x="66253" y="74921"/>
        <a:ext cx="8045856" cy="1224694"/>
      </dsp:txXfrm>
    </dsp:sp>
    <dsp:sp modelId="{9BB82D0D-A461-4F97-A27A-0EDD36CB5176}">
      <dsp:nvSpPr>
        <dsp:cNvPr id="0" name=""/>
        <dsp:cNvSpPr/>
      </dsp:nvSpPr>
      <dsp:spPr>
        <a:xfrm>
          <a:off x="0" y="1423468"/>
          <a:ext cx="8178362" cy="1357200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160640"/>
                <a:satOff val="-6455"/>
                <a:lumOff val="138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160640"/>
                <a:satOff val="-6455"/>
                <a:lumOff val="138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160640"/>
                <a:satOff val="-6455"/>
                <a:lumOff val="138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000" b="1" kern="1200" dirty="0" smtClean="0"/>
            <a:t>Mini-CT Training Split:</a:t>
          </a:r>
          <a:endParaRPr lang="it-IT" sz="2000" kern="1200" dirty="0" smtClean="0"/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it-IT" sz="2000" kern="1200" dirty="0" smtClean="0"/>
            <a:t> 75% </a:t>
          </a:r>
          <a:r>
            <a:rPr lang="it-IT" sz="2000" kern="1200" dirty="0" err="1" smtClean="0"/>
            <a:t>Italian</a:t>
          </a:r>
          <a:endParaRPr lang="it-IT" sz="2000" kern="1200" dirty="0" smtClean="0"/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it-IT" sz="2000" kern="1200" dirty="0" smtClean="0"/>
            <a:t> 25% English</a:t>
          </a:r>
          <a:endParaRPr lang="en-US" sz="2000" kern="1200" dirty="0"/>
        </a:p>
      </dsp:txBody>
      <dsp:txXfrm>
        <a:off x="66253" y="1489721"/>
        <a:ext cx="8045856" cy="1224694"/>
      </dsp:txXfrm>
    </dsp:sp>
    <dsp:sp modelId="{AF5EBAD1-3605-48C5-9359-9D7B9B43E301}">
      <dsp:nvSpPr>
        <dsp:cNvPr id="0" name=""/>
        <dsp:cNvSpPr/>
      </dsp:nvSpPr>
      <dsp:spPr>
        <a:xfrm>
          <a:off x="0" y="2838269"/>
          <a:ext cx="8178362" cy="1357200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321280"/>
                <a:satOff val="-12909"/>
                <a:lumOff val="27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321280"/>
                <a:satOff val="-12909"/>
                <a:lumOff val="27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321280"/>
                <a:satOff val="-12909"/>
                <a:lumOff val="27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2000" b="1" kern="1200" dirty="0" err="1" smtClean="0"/>
            <a:t>Purpose</a:t>
          </a:r>
          <a:r>
            <a:rPr lang="it-IT" sz="2000" b="1" kern="1200" dirty="0" smtClean="0"/>
            <a:t>:</a:t>
          </a:r>
          <a:endParaRPr lang="it-IT" sz="2000" kern="1200" dirty="0" smtClean="0"/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it-IT" sz="2000" kern="1200" dirty="0" smtClean="0"/>
            <a:t> </a:t>
          </a:r>
          <a:r>
            <a:rPr lang="it-IT" sz="2000" kern="1200" dirty="0" err="1" smtClean="0"/>
            <a:t>Preserve</a:t>
          </a:r>
          <a:r>
            <a:rPr lang="it-IT" sz="2000" kern="1200" dirty="0" smtClean="0"/>
            <a:t> English </a:t>
          </a:r>
          <a:r>
            <a:rPr lang="it-IT" sz="2000" kern="1200" dirty="0" err="1" smtClean="0"/>
            <a:t>knowledge</a:t>
          </a:r>
          <a:endParaRPr lang="it-IT" sz="2000" kern="1200" dirty="0" smtClean="0"/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it-IT" sz="2000" kern="1200" dirty="0" smtClean="0"/>
            <a:t> </a:t>
          </a:r>
          <a:r>
            <a:rPr lang="it-IT" sz="2000" kern="1200" dirty="0" err="1" smtClean="0"/>
            <a:t>Teach</a:t>
          </a:r>
          <a:r>
            <a:rPr lang="it-IT" sz="2000" kern="1200" dirty="0" smtClean="0"/>
            <a:t> </a:t>
          </a:r>
          <a:r>
            <a:rPr lang="it-IT" sz="2000" kern="1200" dirty="0" err="1" smtClean="0"/>
            <a:t>Italian</a:t>
          </a:r>
          <a:r>
            <a:rPr lang="it-IT" sz="2000" kern="1200" dirty="0" smtClean="0"/>
            <a:t> </a:t>
          </a:r>
          <a:r>
            <a:rPr lang="it-IT" sz="2000" kern="1200" dirty="0" err="1" smtClean="0"/>
            <a:t>efficiently</a:t>
          </a:r>
          <a:endParaRPr lang="en-US" sz="2000" kern="1200" dirty="0"/>
        </a:p>
      </dsp:txBody>
      <dsp:txXfrm>
        <a:off x="66253" y="2904522"/>
        <a:ext cx="8045856" cy="12246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C8782D-1C35-4175-AE12-3EFE98CF4DBD}">
      <dsp:nvSpPr>
        <dsp:cNvPr id="0" name=""/>
        <dsp:cNvSpPr/>
      </dsp:nvSpPr>
      <dsp:spPr>
        <a:xfrm>
          <a:off x="462295" y="0"/>
          <a:ext cx="3972579" cy="3972579"/>
        </a:xfrm>
        <a:prstGeom prst="diamond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7E04B7C-FC0C-4E1A-9546-AE0F07A788FE}">
      <dsp:nvSpPr>
        <dsp:cNvPr id="0" name=""/>
        <dsp:cNvSpPr/>
      </dsp:nvSpPr>
      <dsp:spPr>
        <a:xfrm>
          <a:off x="839691" y="377395"/>
          <a:ext cx="1549305" cy="1549305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700" b="1" kern="1200" dirty="0" err="1" smtClean="0"/>
            <a:t>Methodology</a:t>
          </a:r>
          <a:r>
            <a:rPr lang="it-IT" sz="1700" b="1" kern="1200" dirty="0" smtClean="0"/>
            <a:t> </a:t>
          </a:r>
          <a:r>
            <a:rPr lang="it-IT" sz="1700" b="1" kern="1200" dirty="0" err="1" smtClean="0"/>
            <a:t>Validated</a:t>
          </a:r>
          <a:endParaRPr lang="it-IT" sz="1700" kern="1200" dirty="0" smtClean="0"/>
        </a:p>
      </dsp:txBody>
      <dsp:txXfrm>
        <a:off x="915322" y="453026"/>
        <a:ext cx="1398043" cy="1398043"/>
      </dsp:txXfrm>
    </dsp:sp>
    <dsp:sp modelId="{58C3A33E-AB65-4DCA-BE9D-39C74759C29E}">
      <dsp:nvSpPr>
        <dsp:cNvPr id="0" name=""/>
        <dsp:cNvSpPr/>
      </dsp:nvSpPr>
      <dsp:spPr>
        <a:xfrm>
          <a:off x="2508174" y="377395"/>
          <a:ext cx="1549305" cy="1549305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13333"/>
                <a:satMod val="103000"/>
                <a:lumMod val="102000"/>
                <a:tint val="94000"/>
              </a:schemeClr>
            </a:gs>
            <a:gs pos="50000">
              <a:schemeClr val="accent6">
                <a:alpha val="90000"/>
                <a:hueOff val="0"/>
                <a:satOff val="0"/>
                <a:lumOff val="0"/>
                <a:alphaOff val="-13333"/>
                <a:satMod val="110000"/>
                <a:lumMod val="100000"/>
                <a:shade val="1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13333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700" b="1" kern="1200" dirty="0" err="1" smtClean="0"/>
            <a:t>Efficiency</a:t>
          </a:r>
          <a:r>
            <a:rPr lang="it-IT" sz="1700" b="1" kern="1200" dirty="0" smtClean="0"/>
            <a:t> </a:t>
          </a:r>
          <a:r>
            <a:rPr lang="it-IT" sz="1700" b="1" kern="1200" dirty="0" err="1" smtClean="0"/>
            <a:t>Claims</a:t>
          </a:r>
          <a:r>
            <a:rPr lang="it-IT" sz="1700" b="1" kern="1200" dirty="0" smtClean="0"/>
            <a:t> </a:t>
          </a:r>
          <a:r>
            <a:rPr lang="it-IT" sz="1700" b="1" kern="1200" dirty="0" err="1" smtClean="0"/>
            <a:t>Proven</a:t>
          </a:r>
          <a:endParaRPr lang="it-IT" sz="1700" kern="1200" dirty="0" smtClean="0"/>
        </a:p>
      </dsp:txBody>
      <dsp:txXfrm>
        <a:off x="2583805" y="453026"/>
        <a:ext cx="1398043" cy="1398043"/>
      </dsp:txXfrm>
    </dsp:sp>
    <dsp:sp modelId="{38CF1B4B-0625-4CAF-99BB-62112382880B}">
      <dsp:nvSpPr>
        <dsp:cNvPr id="0" name=""/>
        <dsp:cNvSpPr/>
      </dsp:nvSpPr>
      <dsp:spPr>
        <a:xfrm>
          <a:off x="839691" y="2045878"/>
          <a:ext cx="1549305" cy="1549305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26667"/>
                <a:satMod val="103000"/>
                <a:lumMod val="102000"/>
                <a:tint val="94000"/>
              </a:schemeClr>
            </a:gs>
            <a:gs pos="50000">
              <a:schemeClr val="accent6">
                <a:alpha val="90000"/>
                <a:hueOff val="0"/>
                <a:satOff val="0"/>
                <a:lumOff val="0"/>
                <a:alphaOff val="-26667"/>
                <a:satMod val="110000"/>
                <a:lumMod val="100000"/>
                <a:shade val="1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26667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700" b="1" kern="1200" dirty="0" smtClean="0"/>
            <a:t>Fast </a:t>
          </a:r>
          <a:r>
            <a:rPr lang="it-IT" sz="1700" b="1" kern="1200" dirty="0" err="1" smtClean="0"/>
            <a:t>Convergence</a:t>
          </a:r>
          <a:r>
            <a:rPr lang="it-IT" sz="1700" b="1" kern="1200" dirty="0" smtClean="0"/>
            <a:t> </a:t>
          </a:r>
          <a:r>
            <a:rPr lang="it-IT" sz="1700" b="1" kern="1200" dirty="0" err="1" smtClean="0"/>
            <a:t>Confirmed</a:t>
          </a:r>
          <a:endParaRPr lang="it-IT" sz="1700" kern="1200" dirty="0"/>
        </a:p>
      </dsp:txBody>
      <dsp:txXfrm>
        <a:off x="915322" y="2121509"/>
        <a:ext cx="1398043" cy="1398043"/>
      </dsp:txXfrm>
    </dsp:sp>
    <dsp:sp modelId="{1CFA8394-045E-49AD-AAEF-2217DAC721CE}">
      <dsp:nvSpPr>
        <dsp:cNvPr id="0" name=""/>
        <dsp:cNvSpPr/>
      </dsp:nvSpPr>
      <dsp:spPr>
        <a:xfrm>
          <a:off x="2508174" y="2045878"/>
          <a:ext cx="1549305" cy="1549305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6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700" b="1" kern="1200" dirty="0" smtClean="0"/>
            <a:t>Project Success </a:t>
          </a:r>
          <a:r>
            <a:rPr lang="it-IT" sz="1700" b="1" kern="1200" dirty="0" err="1" smtClean="0"/>
            <a:t>Despite</a:t>
          </a:r>
          <a:r>
            <a:rPr lang="it-IT" sz="1700" b="1" kern="1200" dirty="0" smtClean="0"/>
            <a:t> Technical </a:t>
          </a:r>
          <a:r>
            <a:rPr lang="it-IT" sz="1700" b="1" kern="1200" dirty="0" err="1" smtClean="0"/>
            <a:t>Fragility</a:t>
          </a:r>
          <a:endParaRPr lang="it-IT" sz="1700" kern="1200" dirty="0"/>
        </a:p>
      </dsp:txBody>
      <dsp:txXfrm>
        <a:off x="2583805" y="2121509"/>
        <a:ext cx="1398043" cy="1398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8E1F4-99E4-2F44-8666-1314374723C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265A3-E68B-6E47-A7B6-6836FD84B32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99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=""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=""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=""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A643B5-5B85-9B60-8B10-539FBB92E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="" xmlns:a16="http://schemas.microsoft.com/office/drawing/2014/main" id="{9222FD27-1173-0557-1EA0-57A678718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="" xmlns:a16="http://schemas.microsoft.com/office/drawing/2014/main" id="{8BC6F573-87E3-4AE7-09EB-4E48DB9EC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="" xmlns:a16="http://schemas.microsoft.com/office/drawing/2014/main" id="{E9FBD8D1-3BA7-FC19-6408-BEEDDA3F2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39080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BC6B95A-25A1-4594-7C09-59CEFE402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="" xmlns:a16="http://schemas.microsoft.com/office/drawing/2014/main" id="{54314D48-018C-1812-2FEF-264C267F1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="" xmlns:a16="http://schemas.microsoft.com/office/drawing/2014/main" id="{B1E187D7-6B88-83B8-1A06-5719A4426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="" xmlns:a16="http://schemas.microsoft.com/office/drawing/2014/main" id="{E370F040-18B5-F23A-A46D-D7E902170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93106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D06F965-FB17-F970-20CB-7A08DA44C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="" xmlns:a16="http://schemas.microsoft.com/office/drawing/2014/main" id="{8A113A50-2476-50D3-7DC3-C8AEDCBF99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="" xmlns:a16="http://schemas.microsoft.com/office/drawing/2014/main" id="{9DDBC777-C60C-0043-99C2-EB0372B7B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="" xmlns:a16="http://schemas.microsoft.com/office/drawing/2014/main" id="{84350355-B9C6-C8E5-4B93-553C086B2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24646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BC80045-20AD-AEDA-9F29-3B156223A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="" xmlns:a16="http://schemas.microsoft.com/office/drawing/2014/main" id="{95D70AB2-F2DB-C471-6AF2-4F8A84794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="" xmlns:a16="http://schemas.microsoft.com/office/drawing/2014/main" id="{8FE1A714-EC4E-87D2-51BD-F43B106CF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="" xmlns:a16="http://schemas.microsoft.com/office/drawing/2014/main" id="{0E1D03D5-B6FB-4401-1738-44F5F38466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6334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89FE7B7-CD41-981B-778E-895A2D6BA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="" xmlns:a16="http://schemas.microsoft.com/office/drawing/2014/main" id="{101B4730-BF7E-422A-C624-250A0F146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="" xmlns:a16="http://schemas.microsoft.com/office/drawing/2014/main" id="{273679A9-325B-DE85-236F-81219A1E7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="" xmlns:a16="http://schemas.microsoft.com/office/drawing/2014/main" id="{C98591B9-4C87-35FA-53A0-09B58474E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47928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32C0F61-C71C-63EA-C105-5A74B692E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="" xmlns:a16="http://schemas.microsoft.com/office/drawing/2014/main" id="{A453D45F-7753-404E-AF44-01032D6DD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="" xmlns:a16="http://schemas.microsoft.com/office/drawing/2014/main" id="{563D0650-0A07-523F-7DF9-AC496CEFD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="" xmlns:a16="http://schemas.microsoft.com/office/drawing/2014/main" id="{062F3C4C-0E90-D9ED-AA2A-451980AC7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70337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BC6B95A-25A1-4594-7C09-59CEFE402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="" xmlns:a16="http://schemas.microsoft.com/office/drawing/2014/main" id="{54314D48-018C-1812-2FEF-264C267F1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="" xmlns:a16="http://schemas.microsoft.com/office/drawing/2014/main" id="{B1E187D7-6B88-83B8-1A06-5719A4426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="" xmlns:a16="http://schemas.microsoft.com/office/drawing/2014/main" id="{E370F040-18B5-F23A-A46D-D7E902170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10256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FD44-89EB-9189-8079-520FB25B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FEC626-AD74-D0ED-3EEA-3A75186F8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4000"/>
              </a:lnSpc>
              <a:spcAft>
                <a:spcPts val="1000"/>
              </a:spcAft>
              <a:defRPr/>
            </a:lvl1pPr>
            <a:lvl2pPr>
              <a:lnSpc>
                <a:spcPct val="114000"/>
              </a:lnSpc>
              <a:spcAft>
                <a:spcPts val="1000"/>
              </a:spcAft>
              <a:defRPr/>
            </a:lvl2pPr>
            <a:lvl3pPr>
              <a:lnSpc>
                <a:spcPct val="114000"/>
              </a:lnSpc>
              <a:spcAft>
                <a:spcPts val="1000"/>
              </a:spcAft>
              <a:defRPr/>
            </a:lvl3pPr>
            <a:lvl4pPr>
              <a:lnSpc>
                <a:spcPct val="114000"/>
              </a:lnSpc>
              <a:spcAft>
                <a:spcPts val="1000"/>
              </a:spcAft>
              <a:defRPr/>
            </a:lvl4pPr>
            <a:lvl5pPr>
              <a:lnSpc>
                <a:spcPct val="114000"/>
              </a:lnSpc>
              <a:spcAft>
                <a:spcPts val="10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4028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FD44-89EB-9189-8079-520FB25B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="" xmlns:a16="http://schemas.microsoft.com/office/drawing/2014/main" id="{695CFB3A-0795-A165-1600-E762D38D4A0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468" y="1937639"/>
            <a:ext cx="10515331" cy="416732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95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FD44-89EB-9189-8079-520FB25B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FEC626-AD74-D0ED-3EEA-3A75186F8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97740"/>
            <a:ext cx="4061012" cy="4760259"/>
          </a:xfrm>
          <a:solidFill>
            <a:schemeClr val="tx1"/>
          </a:solidFill>
          <a:ln>
            <a:noFill/>
          </a:ln>
        </p:spPr>
        <p:txBody>
          <a:bodyPr lIns="685800" tIns="457200" rIns="365760" bIns="91440"/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Theinhardt Bold" panose="020B0503020202020204" pitchFamily="34" charset="77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CE780AF3-1589-1C7C-F338-1947CB62582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61012" y="2097740"/>
            <a:ext cx="4069978" cy="4760259"/>
          </a:xfrm>
          <a:solidFill>
            <a:schemeClr val="tx2"/>
          </a:solidFill>
          <a:ln>
            <a:noFill/>
          </a:ln>
        </p:spPr>
        <p:txBody>
          <a:bodyPr lIns="365760" tIns="457200" rIns="365760" bIns="91440"/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Theinhardt Bold" panose="020B0503020202020204" pitchFamily="34" charset="77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CE24286-8460-AD47-4172-086E2BC420B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130990" y="2097740"/>
            <a:ext cx="4065493" cy="4760259"/>
          </a:xfrm>
          <a:solidFill>
            <a:schemeClr val="accent3"/>
          </a:solidFill>
          <a:ln>
            <a:noFill/>
          </a:ln>
        </p:spPr>
        <p:txBody>
          <a:bodyPr lIns="365760" tIns="457200" rIns="685800" bIns="91440"/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Theinhardt Bold" panose="020B0503020202020204" pitchFamily="34" charset="77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404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FD44-89EB-9189-8079-520FB25B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Google Shape;639;p96">
            <a:extLst>
              <a:ext uri="{FF2B5EF4-FFF2-40B4-BE49-F238E27FC236}">
                <a16:creationId xmlns="" xmlns:a16="http://schemas.microsoft.com/office/drawing/2014/main" id="{C4E20262-346A-EFC1-AAC2-70EA59947FBF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940071" y="2236686"/>
            <a:ext cx="2823280" cy="205881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5" name="Google Shape;640;p96">
            <a:extLst>
              <a:ext uri="{FF2B5EF4-FFF2-40B4-BE49-F238E27FC236}">
                <a16:creationId xmlns="" xmlns:a16="http://schemas.microsoft.com/office/drawing/2014/main" id="{2209FE1B-9EDB-04BD-95FD-BC6EFF279DCB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721849" y="2236686"/>
            <a:ext cx="2823280" cy="205877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6" name="Google Shape;641;p96">
            <a:extLst>
              <a:ext uri="{FF2B5EF4-FFF2-40B4-BE49-F238E27FC236}">
                <a16:creationId xmlns="" xmlns:a16="http://schemas.microsoft.com/office/drawing/2014/main" id="{38A87733-0494-095F-97F6-34F6FE463290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8503627" y="2225397"/>
            <a:ext cx="2823280" cy="207005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78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FD44-89EB-9189-8079-520FB25B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Google Shape;639;p96">
            <a:extLst>
              <a:ext uri="{FF2B5EF4-FFF2-40B4-BE49-F238E27FC236}">
                <a16:creationId xmlns="" xmlns:a16="http://schemas.microsoft.com/office/drawing/2014/main" id="{C4E20262-346A-EFC1-AAC2-70EA59947FBF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0" y="2249565"/>
            <a:ext cx="3631842" cy="3855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54DE472-573E-4983-91AA-210BB87ED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9217" y="2249566"/>
            <a:ext cx="2575775" cy="3855400"/>
          </a:xfrm>
          <a:solidFill>
            <a:schemeClr val="tx2"/>
          </a:solidFill>
          <a:ln>
            <a:noFill/>
          </a:ln>
        </p:spPr>
        <p:txBody>
          <a:bodyPr lIns="365760" tIns="1143000" rIns="365760" bIns="9144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800" b="1" i="0">
                <a:solidFill>
                  <a:schemeClr val="bg1"/>
                </a:solidFill>
                <a:latin typeface="Theinhardt Bold" panose="020B0503020202020204" pitchFamily="34" charset="77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579C38A5-F9C6-9C8C-0715-DBE990E3A6C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482367" y="2249566"/>
            <a:ext cx="2575775" cy="3855400"/>
          </a:xfrm>
          <a:solidFill>
            <a:schemeClr val="tx1"/>
          </a:solidFill>
          <a:ln>
            <a:noFill/>
          </a:ln>
        </p:spPr>
        <p:txBody>
          <a:bodyPr lIns="365760" tIns="1143000" rIns="365760" bIns="9144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800" b="1" i="0">
                <a:solidFill>
                  <a:schemeClr val="bg1"/>
                </a:solidFill>
                <a:latin typeface="Theinhardt Bold" panose="020B0503020202020204" pitchFamily="34" charset="77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9425682A-D3E5-40C7-A76D-5D4022EDE1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195516" y="2249566"/>
            <a:ext cx="2575775" cy="3855400"/>
          </a:xfrm>
          <a:solidFill>
            <a:schemeClr val="accent3"/>
          </a:solidFill>
          <a:ln>
            <a:noFill/>
          </a:ln>
        </p:spPr>
        <p:txBody>
          <a:bodyPr lIns="365760" tIns="1143000" rIns="365760" bIns="9144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800" b="1" i="0">
                <a:solidFill>
                  <a:schemeClr val="bg1"/>
                </a:solidFill>
                <a:latin typeface="Theinhardt Bold" panose="020B0503020202020204" pitchFamily="34" charset="77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3369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39;p96">
            <a:extLst>
              <a:ext uri="{FF2B5EF4-FFF2-40B4-BE49-F238E27FC236}">
                <a16:creationId xmlns="" xmlns:a16="http://schemas.microsoft.com/office/drawing/2014/main" id="{C4E20262-346A-EFC1-AAC2-70EA59947FBF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0" y="4031086"/>
            <a:ext cx="12192000" cy="2826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FD44-89EB-9189-8079-520FB25B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54DE472-573E-4983-91AA-210BB87ED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49566"/>
            <a:ext cx="2433034" cy="2826913"/>
          </a:xfrm>
          <a:solidFill>
            <a:schemeClr val="tx1"/>
          </a:solidFill>
          <a:ln>
            <a:noFill/>
          </a:ln>
        </p:spPr>
        <p:txBody>
          <a:bodyPr lIns="365760" tIns="914400" rIns="365760" bIns="9144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800" b="1" i="0">
                <a:solidFill>
                  <a:schemeClr val="bg1"/>
                </a:solidFill>
                <a:latin typeface="Theinhardt Bold" panose="020B0503020202020204" pitchFamily="34" charset="77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B97877DD-DF6E-DD0B-B708-DF808191BF2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2389" y="2249566"/>
            <a:ext cx="2433034" cy="2826913"/>
          </a:xfrm>
          <a:solidFill>
            <a:schemeClr val="accent3"/>
          </a:solidFill>
          <a:ln>
            <a:noFill/>
          </a:ln>
        </p:spPr>
        <p:txBody>
          <a:bodyPr lIns="365760" tIns="914400" rIns="365760" bIns="9144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800" b="1" i="0">
                <a:solidFill>
                  <a:schemeClr val="bg1"/>
                </a:solidFill>
                <a:latin typeface="Theinhardt Bold" panose="020B0503020202020204" pitchFamily="34" charset="77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B447EC4D-4890-9395-9F77-8FF489C862B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26577" y="2249566"/>
            <a:ext cx="2433034" cy="2826913"/>
          </a:xfrm>
          <a:solidFill>
            <a:schemeClr val="accent1"/>
          </a:solidFill>
          <a:ln>
            <a:noFill/>
          </a:ln>
        </p:spPr>
        <p:txBody>
          <a:bodyPr lIns="365760" tIns="914400" rIns="365760" bIns="9144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800" b="1" i="0">
                <a:solidFill>
                  <a:schemeClr val="accent3">
                    <a:lumMod val="50000"/>
                  </a:schemeClr>
                </a:solidFill>
                <a:latin typeface="Theinhardt Bold" panose="020B0503020202020204" pitchFamily="34" charset="77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="" xmlns:a16="http://schemas.microsoft.com/office/drawing/2014/main" id="{C98FF2F9-29B3-7EEF-6287-CADEB1E6E27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920765" y="2249566"/>
            <a:ext cx="2433034" cy="2826913"/>
          </a:xfrm>
          <a:solidFill>
            <a:schemeClr val="accent2"/>
          </a:solidFill>
          <a:ln>
            <a:noFill/>
          </a:ln>
        </p:spPr>
        <p:txBody>
          <a:bodyPr lIns="365760" tIns="914400" rIns="365760" bIns="9144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800" b="1" i="0">
                <a:solidFill>
                  <a:schemeClr val="accent3">
                    <a:lumMod val="50000"/>
                  </a:schemeClr>
                </a:solidFill>
                <a:latin typeface="Theinhardt Bold" panose="020B0503020202020204" pitchFamily="34" charset="77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4341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_3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FD44-89EB-9189-8079-520FB25B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Google Shape;639;p96">
            <a:extLst>
              <a:ext uri="{FF2B5EF4-FFF2-40B4-BE49-F238E27FC236}">
                <a16:creationId xmlns="" xmlns:a16="http://schemas.microsoft.com/office/drawing/2014/main" id="{C4E20262-346A-EFC1-AAC2-70EA59947FBF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940071" y="2061874"/>
            <a:ext cx="2058623" cy="24025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5" name="Google Shape;640;p96">
            <a:extLst>
              <a:ext uri="{FF2B5EF4-FFF2-40B4-BE49-F238E27FC236}">
                <a16:creationId xmlns="" xmlns:a16="http://schemas.microsoft.com/office/drawing/2014/main" id="{2209FE1B-9EDB-04BD-95FD-BC6EFF279DCB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721849" y="2061874"/>
            <a:ext cx="2058623" cy="24025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6" name="Google Shape;641;p96">
            <a:extLst>
              <a:ext uri="{FF2B5EF4-FFF2-40B4-BE49-F238E27FC236}">
                <a16:creationId xmlns="" xmlns:a16="http://schemas.microsoft.com/office/drawing/2014/main" id="{38A87733-0494-095F-97F6-34F6FE463290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8503627" y="2050585"/>
            <a:ext cx="2058623" cy="241383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15E9977-8B71-B378-CD49-2153597747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0071" y="4652683"/>
            <a:ext cx="3174729" cy="376518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1600" b="1" i="0">
                <a:solidFill>
                  <a:schemeClr val="tx1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13908C7B-74EF-2A9C-189C-28AFEDE1A3E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40070" y="5029202"/>
            <a:ext cx="3174729" cy="1358152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Lorem ipsum dolor sit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amet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,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consectetur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adipiscing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elit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, sed do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eiusmod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tempor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incididunt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ut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labore et dolore magna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aliqua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. </a:t>
            </a:r>
            <a:endParaRPr lang="en-US" sz="1600">
              <a:solidFill>
                <a:schemeClr val="accent3"/>
              </a:solidFill>
              <a:latin typeface="Theinhardt Regular" panose="020B0503020202020204" pitchFamily="34" charset="77"/>
              <a:ea typeface="Arimo"/>
              <a:cs typeface="Arimo"/>
              <a:sym typeface="Arimo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E9BC2C3A-7946-9AA1-50C3-1B49BC21FDB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718695" y="4652683"/>
            <a:ext cx="3174729" cy="376518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1600" b="1" i="0">
                <a:solidFill>
                  <a:schemeClr val="tx1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4010D8F9-85DC-DCB4-4257-1A90FEB28EE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718694" y="5029202"/>
            <a:ext cx="3174729" cy="1358152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lnSpc>
                <a:spcPct val="120000"/>
              </a:lnSpc>
            </a:pP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Lorem ipsum dolor sit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amet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,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consectetur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adipiscing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elit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, sed do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eiusmod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tempor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incididunt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ut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labore et dolore magna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aliqua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. </a:t>
            </a:r>
            <a:endParaRPr lang="en-US" sz="1600">
              <a:solidFill>
                <a:schemeClr val="accent3"/>
              </a:solidFill>
              <a:latin typeface="Theinhardt Regular" panose="020B0503020202020204" pitchFamily="34" charset="77"/>
              <a:ea typeface="Arimo"/>
              <a:cs typeface="Arimo"/>
              <a:sym typeface="Arimo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0C5B2D4E-4342-730F-A60D-1A5C906CEF8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497318" y="4652683"/>
            <a:ext cx="3174729" cy="376518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1600" b="1" i="0">
                <a:solidFill>
                  <a:schemeClr val="tx1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="" xmlns:a16="http://schemas.microsoft.com/office/drawing/2014/main" id="{D3BA3F65-EABB-2A1C-0A66-50A4E5873D3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497317" y="5029202"/>
            <a:ext cx="3174729" cy="1358152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lnSpc>
                <a:spcPct val="120000"/>
              </a:lnSpc>
            </a:pP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Lorem ipsum dolor sit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amet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,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consectetur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adipiscing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elit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, sed do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eiusmod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tempor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incididunt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ut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 labore et dolore magna </a:t>
            </a:r>
            <a:r>
              <a:rPr lang="en-US" sz="1600" err="1">
                <a:solidFill>
                  <a:schemeClr val="accent3"/>
                </a:solidFill>
                <a:latin typeface="Theinhardt Regular" panose="020B0503020202020204" pitchFamily="34" charset="77"/>
              </a:rPr>
              <a:t>aliqua</a:t>
            </a:r>
            <a:r>
              <a:rPr lang="en-US" sz="1600">
                <a:solidFill>
                  <a:schemeClr val="accent3"/>
                </a:solidFill>
                <a:latin typeface="Theinhardt Regular" panose="020B0503020202020204" pitchFamily="34" charset="77"/>
              </a:rPr>
              <a:t>. </a:t>
            </a:r>
            <a:endParaRPr lang="en-US" sz="1600">
              <a:solidFill>
                <a:schemeClr val="accent3"/>
              </a:solidFill>
              <a:latin typeface="Theinhardt Regular" panose="020B0503020202020204" pitchFamily="34" charset="77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512310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ats_3_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FD44-89EB-9189-8079-520FB25B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Google Shape;639;p96">
            <a:extLst>
              <a:ext uri="{FF2B5EF4-FFF2-40B4-BE49-F238E27FC236}">
                <a16:creationId xmlns="" xmlns:a16="http://schemas.microsoft.com/office/drawing/2014/main" id="{C4E20262-346A-EFC1-AAC2-70EA59947FBF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940071" y="2061874"/>
            <a:ext cx="3174728" cy="187906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5" name="Google Shape;640;p96">
            <a:extLst>
              <a:ext uri="{FF2B5EF4-FFF2-40B4-BE49-F238E27FC236}">
                <a16:creationId xmlns="" xmlns:a16="http://schemas.microsoft.com/office/drawing/2014/main" id="{2209FE1B-9EDB-04BD-95FD-BC6EFF279DCB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510213" y="2061874"/>
            <a:ext cx="3171574" cy="187906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6" name="Google Shape;641;p96">
            <a:extLst>
              <a:ext uri="{FF2B5EF4-FFF2-40B4-BE49-F238E27FC236}">
                <a16:creationId xmlns="" xmlns:a16="http://schemas.microsoft.com/office/drawing/2014/main" id="{38A87733-0494-095F-97F6-34F6FE463290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8185381" y="2050586"/>
            <a:ext cx="3168419" cy="18790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15E9977-8B71-B378-CD49-2153597747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0071" y="3940935"/>
            <a:ext cx="3174729" cy="1764406"/>
          </a:xfrm>
          <a:solidFill>
            <a:schemeClr val="accent3"/>
          </a:solidFill>
        </p:spPr>
        <p:txBody>
          <a:bodyPr tIns="274320"/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800" b="1" i="0">
                <a:solidFill>
                  <a:schemeClr val="bg1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8DB98ED6-2B25-B246-83EE-57D3874418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507519" y="3940935"/>
            <a:ext cx="3174729" cy="1764406"/>
          </a:xfrm>
          <a:solidFill>
            <a:schemeClr val="accent3"/>
          </a:solidFill>
        </p:spPr>
        <p:txBody>
          <a:bodyPr tIns="274320"/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800" b="1" i="0">
                <a:solidFill>
                  <a:schemeClr val="bg1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CC08F206-70F4-14D2-F319-EB42D11E769C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177998" y="3940935"/>
            <a:ext cx="3174729" cy="1764406"/>
          </a:xfrm>
          <a:solidFill>
            <a:schemeClr val="accent3"/>
          </a:solidFill>
        </p:spPr>
        <p:txBody>
          <a:bodyPr tIns="274320"/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800" b="1" i="0">
                <a:solidFill>
                  <a:schemeClr val="bg1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</a:t>
            </a:r>
          </a:p>
        </p:txBody>
      </p:sp>
    </p:spTree>
    <p:extLst>
      <p:ext uri="{BB962C8B-B14F-4D97-AF65-F5344CB8AC3E}">
        <p14:creationId xmlns:p14="http://schemas.microsoft.com/office/powerpoint/2010/main" val="2683649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icture_PartialExpo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98;p83">
            <a:extLst>
              <a:ext uri="{FF2B5EF4-FFF2-40B4-BE49-F238E27FC236}">
                <a16:creationId xmlns="" xmlns:a16="http://schemas.microsoft.com/office/drawing/2014/main" id="{AF98DCA9-0C65-A46B-B752-27F38DFB51F4}"/>
              </a:ext>
            </a:extLst>
          </p:cNvPr>
          <p:cNvSpPr/>
          <p:nvPr userDrawn="1"/>
        </p:nvSpPr>
        <p:spPr>
          <a:xfrm>
            <a:off x="19049" y="0"/>
            <a:ext cx="9744074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FD44-89EB-9189-8079-520FB25B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FEC626-AD74-D0ED-3EEA-3A75186F8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2625"/>
            <a:ext cx="6761480" cy="4152339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Google Shape;409;p83">
            <a:extLst>
              <a:ext uri="{FF2B5EF4-FFF2-40B4-BE49-F238E27FC236}">
                <a16:creationId xmlns="" xmlns:a16="http://schemas.microsoft.com/office/drawing/2014/main" id="{9B331B89-7F89-A7E7-029D-5F14039ED566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8101893" y="1952626"/>
            <a:ext cx="3251907" cy="415233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95268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icture_3_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98;p83">
            <a:extLst>
              <a:ext uri="{FF2B5EF4-FFF2-40B4-BE49-F238E27FC236}">
                <a16:creationId xmlns="" xmlns:a16="http://schemas.microsoft.com/office/drawing/2014/main" id="{AF98DCA9-0C65-A46B-B752-27F38DFB51F4}"/>
              </a:ext>
            </a:extLst>
          </p:cNvPr>
          <p:cNvSpPr/>
          <p:nvPr userDrawn="1"/>
        </p:nvSpPr>
        <p:spPr>
          <a:xfrm>
            <a:off x="19049" y="0"/>
            <a:ext cx="6076951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FD44-89EB-9189-8079-520FB25B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FEC626-AD74-D0ED-3EEA-3A75186F8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2625"/>
            <a:ext cx="2537012" cy="4152339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Google Shape;409;p83">
            <a:extLst>
              <a:ext uri="{FF2B5EF4-FFF2-40B4-BE49-F238E27FC236}">
                <a16:creationId xmlns="" xmlns:a16="http://schemas.microsoft.com/office/drawing/2014/main" id="{9B331B89-7F89-A7E7-029D-5F14039ED566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3671047" y="1952626"/>
            <a:ext cx="2424953" cy="415233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0C9F6B8B-3BF9-4F47-4DB8-07F09A12AED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431110" y="2491348"/>
            <a:ext cx="3922689" cy="641817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290B5B63-7055-7F9F-325E-AFAEE19EA68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431110" y="1974896"/>
            <a:ext cx="3922689" cy="468827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18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="" xmlns:a16="http://schemas.microsoft.com/office/drawing/2014/main" id="{BA0EEB92-55D2-5F5E-C552-2A0C121A446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431110" y="3930183"/>
            <a:ext cx="3922689" cy="641817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F04B622A-E592-31F9-22FC-ACCFEB68DB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431110" y="3413731"/>
            <a:ext cx="3922689" cy="468827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18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A50559C0-F4B3-4995-96BC-D95BC3E0D3C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431110" y="5369018"/>
            <a:ext cx="3922689" cy="641817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0FD813E1-A313-B8EB-DD86-D80D5991200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431110" y="4852566"/>
            <a:ext cx="3922689" cy="468827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18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Label</a:t>
            </a:r>
          </a:p>
        </p:txBody>
      </p:sp>
    </p:spTree>
    <p:extLst>
      <p:ext uri="{BB962C8B-B14F-4D97-AF65-F5344CB8AC3E}">
        <p14:creationId xmlns:p14="http://schemas.microsoft.com/office/powerpoint/2010/main" val="1187716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icture_Gray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98;p83">
            <a:extLst>
              <a:ext uri="{FF2B5EF4-FFF2-40B4-BE49-F238E27FC236}">
                <a16:creationId xmlns="" xmlns:a16="http://schemas.microsoft.com/office/drawing/2014/main" id="{AF98DCA9-0C65-A46B-B752-27F38DFB51F4}"/>
              </a:ext>
            </a:extLst>
          </p:cNvPr>
          <p:cNvSpPr/>
          <p:nvPr userDrawn="1"/>
        </p:nvSpPr>
        <p:spPr>
          <a:xfrm>
            <a:off x="6095999" y="0"/>
            <a:ext cx="3667123" cy="6858000"/>
          </a:xfrm>
          <a:prstGeom prst="rect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FD44-89EB-9189-8079-520FB25B3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53035"/>
            <a:ext cx="4755776" cy="9376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FEC626-AD74-D0ED-3EEA-3A75186F8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2625"/>
            <a:ext cx="4755776" cy="4152339"/>
          </a:xfr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Google Shape;409;p83">
            <a:extLst>
              <a:ext uri="{FF2B5EF4-FFF2-40B4-BE49-F238E27FC236}">
                <a16:creationId xmlns="" xmlns:a16="http://schemas.microsoft.com/office/drawing/2014/main" id="{9B331B89-7F89-A7E7-029D-5F14039ED566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6602507" y="1425388"/>
            <a:ext cx="5589494" cy="54326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83219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Wide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138658-09ED-D615-347B-24CE81E1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104642"/>
            <a:ext cx="10515600" cy="1616073"/>
          </a:xfrm>
        </p:spPr>
        <p:txBody>
          <a:bodyPr anchor="b"/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17F121D-83DE-295A-459B-506ACBC27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747704"/>
            <a:ext cx="10515600" cy="579816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BB469858-33C6-317E-8459-AABB4D112BB0}"/>
              </a:ext>
            </a:extLst>
          </p:cNvPr>
          <p:cNvCxnSpPr>
            <a:cxnSpLocks/>
          </p:cNvCxnSpPr>
          <p:nvPr userDrawn="1"/>
        </p:nvCxnSpPr>
        <p:spPr>
          <a:xfrm>
            <a:off x="663387" y="1932021"/>
            <a:ext cx="104522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2">
            <a:extLst>
              <a:ext uri="{FF2B5EF4-FFF2-40B4-BE49-F238E27FC236}">
                <a16:creationId xmlns="" xmlns:a16="http://schemas.microsoft.com/office/drawing/2014/main" id="{990E12C6-DE4E-C36F-3EB5-CAEDD07C3DBC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"/>
            <a:ext cx="12192000" cy="3428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05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1AD6C-58E8-B56B-36F7-E531C8A5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21726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922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epilog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ttore diritto 8">
            <a:extLst>
              <a:ext uri="{FF2B5EF4-FFF2-40B4-BE49-F238E27FC236}">
                <a16:creationId xmlns="" xmlns:a16="http://schemas.microsoft.com/office/drawing/2014/main" id="{C57F1500-1A16-D1EF-4F0C-030852B291F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po 9">
            <a:extLst>
              <a:ext uri="{FF2B5EF4-FFF2-40B4-BE49-F238E27FC236}">
                <a16:creationId xmlns="" xmlns:a16="http://schemas.microsoft.com/office/drawing/2014/main" id="{2D07A0BE-3890-193E-9439-F294E61A71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igura a mano libera 19">
              <a:extLst>
                <a:ext uri="{FF2B5EF4-FFF2-40B4-BE49-F238E27FC236}">
                  <a16:creationId xmlns=""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2" name="Figura a mano libera 20">
              <a:extLst>
                <a:ext uri="{FF2B5EF4-FFF2-40B4-BE49-F238E27FC236}">
                  <a16:creationId xmlns=""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3" name="Figura a mano libera 21">
              <a:extLst>
                <a:ext uri="{FF2B5EF4-FFF2-40B4-BE49-F238E27FC236}">
                  <a16:creationId xmlns=""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32" name="Titolo 1">
            <a:extLst>
              <a:ext uri="{FF2B5EF4-FFF2-40B4-BE49-F238E27FC236}">
                <a16:creationId xmlns=""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2" name="Segnaposto contenuto 5">
            <a:extLst>
              <a:ext uri="{FF2B5EF4-FFF2-40B4-BE49-F238E27FC236}">
                <a16:creationId xmlns=""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it-IT" sz="2000"/>
            </a:lvl1pPr>
            <a:lvl2pPr indent="-283464">
              <a:spcBef>
                <a:spcPts val="1800"/>
              </a:spcBef>
              <a:defRPr lang="it-IT" sz="2000"/>
            </a:lvl2pPr>
            <a:lvl3pPr indent="-283464">
              <a:spcBef>
                <a:spcPts val="1800"/>
              </a:spcBef>
              <a:defRPr lang="it-IT" sz="2000"/>
            </a:lvl3pPr>
            <a:lvl4pPr indent="-283464">
              <a:spcBef>
                <a:spcPts val="1800"/>
              </a:spcBef>
              <a:defRPr lang="it-IT" sz="2000"/>
            </a:lvl4pPr>
            <a:lvl5pPr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=""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5" name="Segnaposto data 4">
            <a:extLst>
              <a:ext uri="{FF2B5EF4-FFF2-40B4-BE49-F238E27FC236}">
                <a16:creationId xmlns=""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3278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>
            <a:extLst>
              <a:ext uri="{FF2B5EF4-FFF2-40B4-BE49-F238E27FC236}">
                <a16:creationId xmlns="" xmlns:a16="http://schemas.microsoft.com/office/drawing/2014/main" id="{806C6F65-35CD-D64B-992A-0C1C1E00384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a 24">
              <a:extLst>
                <a:ext uri="{FF2B5EF4-FFF2-40B4-BE49-F238E27FC236}">
                  <a16:creationId xmlns=""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8" name="Figura a mano libera 7">
              <a:extLst>
                <a:ext uri="{FF2B5EF4-FFF2-40B4-BE49-F238E27FC236}">
                  <a16:creationId xmlns=""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9" name="Figura a mano libera 8">
              <a:extLst>
                <a:ext uri="{FF2B5EF4-FFF2-40B4-BE49-F238E27FC236}">
                  <a16:creationId xmlns=""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0" name="Figura a mano libera 9">
              <a:extLst>
                <a:ext uri="{FF2B5EF4-FFF2-40B4-BE49-F238E27FC236}">
                  <a16:creationId xmlns=""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=""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12" name="Titolo 1">
            <a:extLst>
              <a:ext uri="{FF2B5EF4-FFF2-40B4-BE49-F238E27FC236}">
                <a16:creationId xmlns=""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 spc="50" baseline="0"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2" name="Segnaposto contenuto 5">
            <a:extLst>
              <a:ext uri="{FF2B5EF4-FFF2-40B4-BE49-F238E27FC236}">
                <a16:creationId xmlns=""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it-IT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it-IT" sz="2000"/>
            </a:lvl2pPr>
            <a:lvl3pPr indent="-283464">
              <a:spcBef>
                <a:spcPts val="1800"/>
              </a:spcBef>
              <a:defRPr lang="it-IT" sz="2000"/>
            </a:lvl3pPr>
            <a:lvl4pPr indent="-283464">
              <a:spcBef>
                <a:spcPts val="1800"/>
              </a:spcBef>
              <a:defRPr lang="it-IT" sz="2000"/>
            </a:lvl4pPr>
            <a:lvl5pPr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43" name="Segnaposto numero diapositiva 42">
            <a:extLst>
              <a:ext uri="{FF2B5EF4-FFF2-40B4-BE49-F238E27FC236}">
                <a16:creationId xmlns=""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42" name="Segnaposto data 41">
            <a:extLst>
              <a:ext uri="{FF2B5EF4-FFF2-40B4-BE49-F238E27FC236}">
                <a16:creationId xmlns=""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="" xmlns:a16="http://schemas.microsoft.com/office/drawing/2014/main" id="{979826C1-7A52-DA25-F422-EE62DED7D1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017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09;p83">
            <a:extLst>
              <a:ext uri="{FF2B5EF4-FFF2-40B4-BE49-F238E27FC236}">
                <a16:creationId xmlns="" xmlns:a16="http://schemas.microsoft.com/office/drawing/2014/main" id="{9B331B89-7F89-A7E7-029D-5F14039ED566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6131860" y="0"/>
            <a:ext cx="606014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FD44-89EB-9189-8079-520FB25B3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53036"/>
            <a:ext cx="4728882" cy="11698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FEC626-AD74-D0ED-3EEA-3A75186F8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2930"/>
            <a:ext cx="4728882" cy="383241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43501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060CE754-1700-0264-5354-7DE8A2303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3052482" cy="6857999"/>
          </a:xfrm>
          <a:solidFill>
            <a:schemeClr val="tx1"/>
          </a:solidFill>
          <a:ln>
            <a:noFill/>
          </a:ln>
        </p:spPr>
        <p:txBody>
          <a:bodyPr lIns="365760" tIns="1828800" rIns="365760" bIns="9144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Theinhardt Bold" panose="020B0503020202020204" pitchFamily="34" charset="77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9D2FC34D-95FC-59C4-3678-95D0FD717DC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52482" y="0"/>
            <a:ext cx="3052482" cy="6857999"/>
          </a:xfrm>
          <a:solidFill>
            <a:schemeClr val="tx2"/>
          </a:solidFill>
          <a:ln>
            <a:noFill/>
          </a:ln>
        </p:spPr>
        <p:txBody>
          <a:bodyPr lIns="365760" tIns="1828800" rIns="365760" bIns="9144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Theinhardt Bold" panose="020B0503020202020204" pitchFamily="34" charset="77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FA286F43-3E78-E007-3426-2D3FC88146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139518" y="0"/>
            <a:ext cx="3052482" cy="6857999"/>
          </a:xfrm>
          <a:solidFill>
            <a:schemeClr val="accent3"/>
          </a:solidFill>
          <a:ln>
            <a:noFill/>
          </a:ln>
        </p:spPr>
        <p:txBody>
          <a:bodyPr lIns="365760" tIns="1828800" rIns="365760" bIns="9144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Theinhardt Bold" panose="020B0503020202020204" pitchFamily="34" charset="77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="" xmlns:a16="http://schemas.microsoft.com/office/drawing/2014/main" id="{2C45E324-666C-6DEB-5AAB-4397E229CDB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04964" y="0"/>
            <a:ext cx="3052482" cy="6857999"/>
          </a:xfrm>
          <a:solidFill>
            <a:schemeClr val="accent1"/>
          </a:solidFill>
          <a:ln>
            <a:noFill/>
          </a:ln>
        </p:spPr>
        <p:txBody>
          <a:bodyPr lIns="365760" tIns="1828800" rIns="365760" bIns="9144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400" b="1" i="0">
                <a:solidFill>
                  <a:schemeClr val="accent3"/>
                </a:solidFill>
                <a:latin typeface="Theinhardt Bold" panose="020B0503020202020204" pitchFamily="34" charset="77"/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="" xmlns:a16="http://schemas.microsoft.com/office/drawing/2014/main" id="{AC7E3343-A674-0919-5C42-77396BE092AA}"/>
              </a:ext>
            </a:extLst>
          </p:cNvPr>
          <p:cNvSpPr/>
          <p:nvPr userDrawn="1"/>
        </p:nvSpPr>
        <p:spPr>
          <a:xfrm>
            <a:off x="11329482" y="530481"/>
            <a:ext cx="449973" cy="449973"/>
          </a:xfrm>
          <a:custGeom>
            <a:avLst/>
            <a:gdLst/>
            <a:ahLst/>
            <a:cxnLst/>
            <a:rect l="l" t="t" r="r" b="b"/>
            <a:pathLst>
              <a:path w="952047" h="952047">
                <a:moveTo>
                  <a:pt x="0" y="0"/>
                </a:moveTo>
                <a:lnTo>
                  <a:pt x="952048" y="0"/>
                </a:lnTo>
                <a:lnTo>
                  <a:pt x="952048" y="952047"/>
                </a:lnTo>
                <a:lnTo>
                  <a:pt x="0" y="952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672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Wide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="" xmlns:a16="http://schemas.microsoft.com/office/drawing/2014/main" id="{990E12C6-DE4E-C36F-3EB5-CAEDD07C3DBC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"/>
            <a:ext cx="12192000" cy="3428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138658-09ED-D615-347B-24CE81E1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104642"/>
            <a:ext cx="10515600" cy="1616073"/>
          </a:xfrm>
        </p:spPr>
        <p:txBody>
          <a:bodyPr anchor="b"/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17F121D-83DE-295A-459B-506ACBC27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747704"/>
            <a:ext cx="10515600" cy="579816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BB469858-33C6-317E-8459-AABB4D112BB0}"/>
              </a:ext>
            </a:extLst>
          </p:cNvPr>
          <p:cNvCxnSpPr>
            <a:cxnSpLocks/>
          </p:cNvCxnSpPr>
          <p:nvPr userDrawn="1"/>
        </p:nvCxnSpPr>
        <p:spPr>
          <a:xfrm>
            <a:off x="663387" y="1932021"/>
            <a:ext cx="104522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40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Full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="" xmlns:a16="http://schemas.microsoft.com/office/drawing/2014/main" id="{990E12C6-DE4E-C36F-3EB5-CAEDD07C3DBC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"/>
            <a:ext cx="12192000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138658-09ED-D615-347B-24CE81E1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104642"/>
            <a:ext cx="10515600" cy="1616073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BB469858-33C6-317E-8459-AABB4D112BB0}"/>
              </a:ext>
            </a:extLst>
          </p:cNvPr>
          <p:cNvCxnSpPr>
            <a:cxnSpLocks/>
          </p:cNvCxnSpPr>
          <p:nvPr userDrawn="1"/>
        </p:nvCxnSpPr>
        <p:spPr>
          <a:xfrm>
            <a:off x="663387" y="1932021"/>
            <a:ext cx="104522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1038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="" xmlns:a16="http://schemas.microsoft.com/office/drawing/2014/main" id="{990E12C6-DE4E-C36F-3EB5-CAEDD07C3DBC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"/>
            <a:ext cx="12192000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BB469858-33C6-317E-8459-AABB4D112BB0}"/>
              </a:ext>
            </a:extLst>
          </p:cNvPr>
          <p:cNvCxnSpPr>
            <a:cxnSpLocks/>
          </p:cNvCxnSpPr>
          <p:nvPr userDrawn="1"/>
        </p:nvCxnSpPr>
        <p:spPr>
          <a:xfrm>
            <a:off x="663387" y="1932021"/>
            <a:ext cx="104522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138658-09ED-D615-347B-24CE81E1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45105"/>
            <a:ext cx="12192000" cy="1408176"/>
          </a:xfrm>
          <a:solidFill>
            <a:srgbClr val="001E61">
              <a:alpha val="69804"/>
            </a:srgbClr>
          </a:solidFill>
        </p:spPr>
        <p:txBody>
          <a:bodyPr lIns="457200"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9754AD40-0BDE-E122-B688-C59890B9B609}"/>
              </a:ext>
            </a:extLst>
          </p:cNvPr>
          <p:cNvCxnSpPr>
            <a:cxnSpLocks/>
          </p:cNvCxnSpPr>
          <p:nvPr userDrawn="1"/>
        </p:nvCxnSpPr>
        <p:spPr>
          <a:xfrm>
            <a:off x="663387" y="773781"/>
            <a:ext cx="104522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3495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ransition_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="" xmlns:a16="http://schemas.microsoft.com/office/drawing/2014/main" id="{990E12C6-DE4E-C36F-3EB5-CAEDD07C3DBC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"/>
            <a:ext cx="12192000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BB469858-33C6-317E-8459-AABB4D112BB0}"/>
              </a:ext>
            </a:extLst>
          </p:cNvPr>
          <p:cNvCxnSpPr>
            <a:cxnSpLocks/>
          </p:cNvCxnSpPr>
          <p:nvPr userDrawn="1"/>
        </p:nvCxnSpPr>
        <p:spPr>
          <a:xfrm>
            <a:off x="663387" y="1932021"/>
            <a:ext cx="104522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138658-09ED-D615-347B-24CE81E1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45105"/>
            <a:ext cx="12192000" cy="1408176"/>
          </a:xfrm>
          <a:solidFill>
            <a:schemeClr val="accent3">
              <a:alpha val="69804"/>
            </a:schemeClr>
          </a:solidFill>
        </p:spPr>
        <p:txBody>
          <a:bodyPr lIns="457200"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9754AD40-0BDE-E122-B688-C59890B9B609}"/>
              </a:ext>
            </a:extLst>
          </p:cNvPr>
          <p:cNvCxnSpPr>
            <a:cxnSpLocks/>
          </p:cNvCxnSpPr>
          <p:nvPr userDrawn="1"/>
        </p:nvCxnSpPr>
        <p:spPr>
          <a:xfrm>
            <a:off x="663387" y="773781"/>
            <a:ext cx="104522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669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ransition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="" xmlns:a16="http://schemas.microsoft.com/office/drawing/2014/main" id="{990E12C6-DE4E-C36F-3EB5-CAEDD07C3DBC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"/>
            <a:ext cx="12192000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BB469858-33C6-317E-8459-AABB4D112BB0}"/>
              </a:ext>
            </a:extLst>
          </p:cNvPr>
          <p:cNvCxnSpPr>
            <a:cxnSpLocks/>
          </p:cNvCxnSpPr>
          <p:nvPr userDrawn="1"/>
        </p:nvCxnSpPr>
        <p:spPr>
          <a:xfrm>
            <a:off x="663387" y="1932021"/>
            <a:ext cx="104522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138658-09ED-D615-347B-24CE81E1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45105"/>
            <a:ext cx="12192000" cy="1408176"/>
          </a:xfrm>
          <a:solidFill>
            <a:schemeClr val="bg1">
              <a:alpha val="69804"/>
            </a:schemeClr>
          </a:solidFill>
        </p:spPr>
        <p:txBody>
          <a:bodyPr lIns="457200" anchor="ctr"/>
          <a:lstStyle>
            <a:lvl1pPr>
              <a:defRPr sz="40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9754AD40-0BDE-E122-B688-C59890B9B609}"/>
              </a:ext>
            </a:extLst>
          </p:cNvPr>
          <p:cNvCxnSpPr>
            <a:cxnSpLocks/>
          </p:cNvCxnSpPr>
          <p:nvPr userDrawn="1"/>
        </p:nvCxnSpPr>
        <p:spPr>
          <a:xfrm>
            <a:off x="663387" y="773781"/>
            <a:ext cx="104522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4895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FD44-89EB-9189-8079-520FB25B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FEC626-AD74-D0ED-3EEA-3A75186F8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5563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Wide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138658-09ED-D615-347B-24CE81E1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104642"/>
            <a:ext cx="10515600" cy="1616073"/>
          </a:xfrm>
        </p:spPr>
        <p:txBody>
          <a:bodyPr anchor="b"/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17F121D-83DE-295A-459B-506ACBC27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747704"/>
            <a:ext cx="10515600" cy="579816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BB469858-33C6-317E-8459-AABB4D112BB0}"/>
              </a:ext>
            </a:extLst>
          </p:cNvPr>
          <p:cNvCxnSpPr>
            <a:cxnSpLocks/>
          </p:cNvCxnSpPr>
          <p:nvPr userDrawn="1"/>
        </p:nvCxnSpPr>
        <p:spPr>
          <a:xfrm>
            <a:off x="663387" y="1932021"/>
            <a:ext cx="104522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2">
            <a:extLst>
              <a:ext uri="{FF2B5EF4-FFF2-40B4-BE49-F238E27FC236}">
                <a16:creationId xmlns="" xmlns:a16="http://schemas.microsoft.com/office/drawing/2014/main" id="{990E12C6-DE4E-C36F-3EB5-CAEDD07C3DBC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"/>
            <a:ext cx="12192000" cy="3428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767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1AD6C-58E8-B56B-36F7-E531C8A5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31842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2915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>
            <a:extLst>
              <a:ext uri="{FF2B5EF4-FFF2-40B4-BE49-F238E27FC236}">
                <a16:creationId xmlns="" xmlns:a16="http://schemas.microsoft.com/office/drawing/2014/main" id="{806C6F65-35CD-D64B-992A-0C1C1E00384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a 24">
              <a:extLst>
                <a:ext uri="{FF2B5EF4-FFF2-40B4-BE49-F238E27FC236}">
                  <a16:creationId xmlns=""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8" name="Figura a mano libera 7">
              <a:extLst>
                <a:ext uri="{FF2B5EF4-FFF2-40B4-BE49-F238E27FC236}">
                  <a16:creationId xmlns=""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9" name="Figura a mano libera 8">
              <a:extLst>
                <a:ext uri="{FF2B5EF4-FFF2-40B4-BE49-F238E27FC236}">
                  <a16:creationId xmlns=""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0" name="Figura a mano libera 9">
              <a:extLst>
                <a:ext uri="{FF2B5EF4-FFF2-40B4-BE49-F238E27FC236}">
                  <a16:creationId xmlns=""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=""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12" name="Titolo 1">
            <a:extLst>
              <a:ext uri="{FF2B5EF4-FFF2-40B4-BE49-F238E27FC236}">
                <a16:creationId xmlns=""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 spc="50" baseline="0"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2" name="Segnaposto contenuto 5">
            <a:extLst>
              <a:ext uri="{FF2B5EF4-FFF2-40B4-BE49-F238E27FC236}">
                <a16:creationId xmlns=""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it-IT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it-IT" sz="2000"/>
            </a:lvl2pPr>
            <a:lvl3pPr indent="-283464">
              <a:spcBef>
                <a:spcPts val="1800"/>
              </a:spcBef>
              <a:defRPr lang="it-IT" sz="2000"/>
            </a:lvl3pPr>
            <a:lvl4pPr indent="-283464">
              <a:spcBef>
                <a:spcPts val="1800"/>
              </a:spcBef>
              <a:defRPr lang="it-IT" sz="2000"/>
            </a:lvl4pPr>
            <a:lvl5pPr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43" name="Segnaposto numero diapositiva 42">
            <a:extLst>
              <a:ext uri="{FF2B5EF4-FFF2-40B4-BE49-F238E27FC236}">
                <a16:creationId xmlns=""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42" name="Segnaposto data 41">
            <a:extLst>
              <a:ext uri="{FF2B5EF4-FFF2-40B4-BE49-F238E27FC236}">
                <a16:creationId xmlns=""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="" xmlns:a16="http://schemas.microsoft.com/office/drawing/2014/main" id="{979826C1-7A52-DA25-F422-EE62DED7D1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5791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138658-09ED-D615-347B-24CE81E1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17F121D-83DE-295A-459B-506ACBC27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BB469858-33C6-317E-8459-AABB4D112B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63387" y="773781"/>
            <a:ext cx="104522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>
            <a:extLst>
              <a:ext uri="{FF2B5EF4-FFF2-40B4-BE49-F238E27FC236}">
                <a16:creationId xmlns="" xmlns:a16="http://schemas.microsoft.com/office/drawing/2014/main" id="{9825BBCE-CF48-8AD5-FA6A-CE17364DC273}"/>
              </a:ext>
            </a:extLst>
          </p:cNvPr>
          <p:cNvSpPr/>
          <p:nvPr userDrawn="1"/>
        </p:nvSpPr>
        <p:spPr>
          <a:xfrm>
            <a:off x="11329482" y="530481"/>
            <a:ext cx="449973" cy="449973"/>
          </a:xfrm>
          <a:custGeom>
            <a:avLst/>
            <a:gdLst/>
            <a:ahLst/>
            <a:cxnLst/>
            <a:rect l="l" t="t" r="r" b="b"/>
            <a:pathLst>
              <a:path w="952047" h="952047">
                <a:moveTo>
                  <a:pt x="0" y="0"/>
                </a:moveTo>
                <a:lnTo>
                  <a:pt x="952048" y="0"/>
                </a:lnTo>
                <a:lnTo>
                  <a:pt x="952048" y="952047"/>
                </a:lnTo>
                <a:lnTo>
                  <a:pt x="0" y="952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690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138658-09ED-D615-347B-24CE81E1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354934"/>
            <a:ext cx="10515600" cy="1003401"/>
          </a:xfrm>
        </p:spPr>
        <p:txBody>
          <a:bodyPr anchor="t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17F121D-83DE-295A-459B-506ACBC27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296398"/>
            <a:ext cx="10515600" cy="3851864"/>
          </a:xfrm>
        </p:spPr>
        <p:txBody>
          <a:bodyPr anchor="b"/>
          <a:lstStyle>
            <a:lvl1pPr marL="342900" indent="-34290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BB469858-33C6-317E-8459-AABB4D112BB0}"/>
              </a:ext>
            </a:extLst>
          </p:cNvPr>
          <p:cNvCxnSpPr>
            <a:cxnSpLocks/>
          </p:cNvCxnSpPr>
          <p:nvPr userDrawn="1"/>
        </p:nvCxnSpPr>
        <p:spPr>
          <a:xfrm>
            <a:off x="663387" y="773781"/>
            <a:ext cx="104522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>
            <a:extLst>
              <a:ext uri="{FF2B5EF4-FFF2-40B4-BE49-F238E27FC236}">
                <a16:creationId xmlns="" xmlns:a16="http://schemas.microsoft.com/office/drawing/2014/main" id="{9825BBCE-CF48-8AD5-FA6A-CE17364DC273}"/>
              </a:ext>
            </a:extLst>
          </p:cNvPr>
          <p:cNvSpPr/>
          <p:nvPr userDrawn="1"/>
        </p:nvSpPr>
        <p:spPr>
          <a:xfrm>
            <a:off x="11329482" y="530481"/>
            <a:ext cx="449973" cy="449973"/>
          </a:xfrm>
          <a:custGeom>
            <a:avLst/>
            <a:gdLst/>
            <a:ahLst/>
            <a:cxnLst/>
            <a:rect l="l" t="t" r="r" b="b"/>
            <a:pathLst>
              <a:path w="952047" h="952047">
                <a:moveTo>
                  <a:pt x="0" y="0"/>
                </a:moveTo>
                <a:lnTo>
                  <a:pt x="952048" y="0"/>
                </a:lnTo>
                <a:lnTo>
                  <a:pt x="952048" y="952047"/>
                </a:lnTo>
                <a:lnTo>
                  <a:pt x="0" y="952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421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138658-09ED-D615-347B-24CE81E1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64428"/>
            <a:ext cx="10515600" cy="1619792"/>
          </a:xfrm>
        </p:spPr>
        <p:txBody>
          <a:bodyPr anchor="b"/>
          <a:lstStyle>
            <a:lvl1pPr algn="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BB469858-33C6-317E-8459-AABB4D112BB0}"/>
              </a:ext>
            </a:extLst>
          </p:cNvPr>
          <p:cNvCxnSpPr>
            <a:cxnSpLocks/>
          </p:cNvCxnSpPr>
          <p:nvPr userDrawn="1"/>
        </p:nvCxnSpPr>
        <p:spPr>
          <a:xfrm>
            <a:off x="663387" y="773781"/>
            <a:ext cx="104522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>
            <a:extLst>
              <a:ext uri="{FF2B5EF4-FFF2-40B4-BE49-F238E27FC236}">
                <a16:creationId xmlns="" xmlns:a16="http://schemas.microsoft.com/office/drawing/2014/main" id="{9825BBCE-CF48-8AD5-FA6A-CE17364DC273}"/>
              </a:ext>
            </a:extLst>
          </p:cNvPr>
          <p:cNvSpPr/>
          <p:nvPr userDrawn="1"/>
        </p:nvSpPr>
        <p:spPr>
          <a:xfrm>
            <a:off x="11329482" y="530481"/>
            <a:ext cx="449973" cy="449973"/>
          </a:xfrm>
          <a:custGeom>
            <a:avLst/>
            <a:gdLst/>
            <a:ahLst/>
            <a:cxnLst/>
            <a:rect l="l" t="t" r="r" b="b"/>
            <a:pathLst>
              <a:path w="952047" h="952047">
                <a:moveTo>
                  <a:pt x="0" y="0"/>
                </a:moveTo>
                <a:lnTo>
                  <a:pt x="952048" y="0"/>
                </a:lnTo>
                <a:lnTo>
                  <a:pt x="952048" y="952047"/>
                </a:lnTo>
                <a:lnTo>
                  <a:pt x="0" y="952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214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8C9122-1189-37C9-BBDE-C1CC7A442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0929" y="1544595"/>
            <a:ext cx="4695567" cy="307820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5ACBA74-F385-1077-F502-DC9692454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0930" y="4714875"/>
            <a:ext cx="4695566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="" xmlns:a16="http://schemas.microsoft.com/office/drawing/2014/main" id="{DE26172D-376C-54EB-F6ED-36E87D5A6F8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60960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761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With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="" xmlns:a16="http://schemas.microsoft.com/office/drawing/2014/main" id="{DE26172D-376C-54EB-F6ED-36E87D5A6F8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60960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915CD5BC-7F15-F50D-9097-387F5F95C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5354934"/>
            <a:ext cx="4718050" cy="1003401"/>
          </a:xfrm>
        </p:spPr>
        <p:txBody>
          <a:bodyPr anchor="t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="" xmlns:a16="http://schemas.microsoft.com/office/drawing/2014/main" id="{A9A9A898-B57C-FC40-786E-96FD7DA21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29400" y="1296398"/>
            <a:ext cx="4718050" cy="3851864"/>
          </a:xfrm>
        </p:spPr>
        <p:txBody>
          <a:bodyPr anchor="b"/>
          <a:lstStyle>
            <a:lvl1pPr marL="342900" indent="-34290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53422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138658-09ED-D615-347B-24CE81E1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228334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 3" descr="UIC Logo">
            <a:extLst>
              <a:ext uri="{FF2B5EF4-FFF2-40B4-BE49-F238E27FC236}">
                <a16:creationId xmlns="" xmlns:a16="http://schemas.microsoft.com/office/drawing/2014/main" id="{21F0667F-AA2D-E92E-51DD-D9191B0523E3}"/>
              </a:ext>
            </a:extLst>
          </p:cNvPr>
          <p:cNvSpPr/>
          <p:nvPr userDrawn="1"/>
        </p:nvSpPr>
        <p:spPr>
          <a:xfrm>
            <a:off x="5462574" y="3286502"/>
            <a:ext cx="1266852" cy="1266852"/>
          </a:xfrm>
          <a:custGeom>
            <a:avLst/>
            <a:gdLst/>
            <a:ahLst/>
            <a:cxnLst/>
            <a:rect l="l" t="t" r="r" b="b"/>
            <a:pathLst>
              <a:path w="952047" h="952047">
                <a:moveTo>
                  <a:pt x="0" y="0"/>
                </a:moveTo>
                <a:lnTo>
                  <a:pt x="952048" y="0"/>
                </a:lnTo>
                <a:lnTo>
                  <a:pt x="952048" y="952047"/>
                </a:lnTo>
                <a:lnTo>
                  <a:pt x="0" y="952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024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8C9122-1189-37C9-BBDE-C1CC7A442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6293" y="350796"/>
            <a:ext cx="4695567" cy="2707198"/>
          </a:xfrm>
          <a:prstGeom prst="rect">
            <a:avLst/>
          </a:prstGeo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5ACBA74-F385-1077-F502-DC9692454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1708" y="3162925"/>
            <a:ext cx="4695566" cy="320771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 descr="UIC Logo">
            <a:extLst>
              <a:ext uri="{FF2B5EF4-FFF2-40B4-BE49-F238E27FC236}">
                <a16:creationId xmlns="" xmlns:a16="http://schemas.microsoft.com/office/drawing/2014/main" id="{B760048C-C1D7-6777-4AC2-5F1C102620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51961" y="898574"/>
            <a:ext cx="5060852" cy="506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2238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With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IC Logo">
            <a:extLst>
              <a:ext uri="{FF2B5EF4-FFF2-40B4-BE49-F238E27FC236}">
                <a16:creationId xmlns="" xmlns:a16="http://schemas.microsoft.com/office/drawing/2014/main" id="{30ADB072-E9F3-130E-9093-3101F17D4B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65574" y="898574"/>
            <a:ext cx="5060852" cy="506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0913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8C9122-1189-37C9-BBDE-C1CC7A442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1539" y="1544595"/>
            <a:ext cx="9528921" cy="3078205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5ACBA74-F385-1077-F502-DC9692454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8217" y="4795557"/>
            <a:ext cx="4695566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="" xmlns:a16="http://schemas.microsoft.com/office/drawing/2014/main" id="{180D20E7-4D3C-183D-F647-F979AD9C0B13}"/>
              </a:ext>
            </a:extLst>
          </p:cNvPr>
          <p:cNvCxnSpPr>
            <a:cxnSpLocks/>
          </p:cNvCxnSpPr>
          <p:nvPr userDrawn="1"/>
        </p:nvCxnSpPr>
        <p:spPr>
          <a:xfrm>
            <a:off x="663387" y="773781"/>
            <a:ext cx="104522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8076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FD44-89EB-9189-8079-520FB25B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5C218756-7DC9-690E-655D-A7F56E6AC7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2232790"/>
            <a:ext cx="2896892" cy="1764406"/>
          </a:xfrm>
          <a:solidFill>
            <a:schemeClr val="bg1"/>
          </a:solidFill>
        </p:spPr>
        <p:txBody>
          <a:bodyPr tIns="274320"/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800" b="1" i="0">
                <a:solidFill>
                  <a:schemeClr val="tx2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8E6F9E3D-9AE5-0675-00DE-9646A015157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92845" y="2232790"/>
            <a:ext cx="2896892" cy="1764406"/>
          </a:xfrm>
          <a:solidFill>
            <a:schemeClr val="bg1"/>
          </a:solidFill>
        </p:spPr>
        <p:txBody>
          <a:bodyPr tIns="274320"/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800" b="1" i="0">
                <a:solidFill>
                  <a:schemeClr val="tx2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9B0EAD97-E06D-C098-AD1E-E778A747C47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347489" y="2232790"/>
            <a:ext cx="2896892" cy="1764406"/>
          </a:xfrm>
          <a:solidFill>
            <a:schemeClr val="bg1"/>
          </a:solidFill>
        </p:spPr>
        <p:txBody>
          <a:bodyPr tIns="274320"/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800" b="1" i="0">
                <a:solidFill>
                  <a:schemeClr val="tx2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="" xmlns:a16="http://schemas.microsoft.com/office/drawing/2014/main" id="{4C5F8CED-3CAA-3ECD-E708-56A6708D291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969578" y="4309563"/>
            <a:ext cx="2896892" cy="1764406"/>
          </a:xfrm>
          <a:solidFill>
            <a:schemeClr val="bg1"/>
          </a:solidFill>
        </p:spPr>
        <p:txBody>
          <a:bodyPr tIns="274320"/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800" b="1" i="0">
                <a:solidFill>
                  <a:schemeClr val="tx2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7CB909FB-840E-DA0F-E782-8347E99911A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224222" y="4309563"/>
            <a:ext cx="2896892" cy="1764406"/>
          </a:xfrm>
          <a:solidFill>
            <a:schemeClr val="bg1"/>
          </a:solidFill>
        </p:spPr>
        <p:txBody>
          <a:bodyPr tIns="274320"/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800" b="1" i="0">
                <a:solidFill>
                  <a:schemeClr val="tx2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83B5FFC3-CFD8-996A-EE18-49EC3A6266E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478866" y="4309563"/>
            <a:ext cx="2896892" cy="1764406"/>
          </a:xfrm>
          <a:solidFill>
            <a:schemeClr val="bg1"/>
          </a:solidFill>
        </p:spPr>
        <p:txBody>
          <a:bodyPr tIns="274320"/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800" b="1" i="0">
                <a:solidFill>
                  <a:schemeClr val="tx2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</a:t>
            </a:r>
          </a:p>
        </p:txBody>
      </p:sp>
    </p:spTree>
    <p:extLst>
      <p:ext uri="{BB962C8B-B14F-4D97-AF65-F5344CB8AC3E}">
        <p14:creationId xmlns:p14="http://schemas.microsoft.com/office/powerpoint/2010/main" val="8976616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FD44-89EB-9189-8079-520FB25B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5C218756-7DC9-690E-655D-A7F56E6AC7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2052680"/>
            <a:ext cx="2597726" cy="1646484"/>
          </a:xfrm>
          <a:solidFill>
            <a:schemeClr val="bg1"/>
          </a:solidFill>
        </p:spPr>
        <p:txBody>
          <a:bodyPr lIns="182880" tIns="182880"/>
          <a:lstStyle>
            <a:lvl1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000" b="1" i="0">
                <a:solidFill>
                  <a:schemeClr val="accent3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B711F7C-29F4-A725-7B73-86AF5CD5E1B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146667" y="2052680"/>
            <a:ext cx="2597726" cy="1646484"/>
          </a:xfrm>
          <a:solidFill>
            <a:schemeClr val="bg1"/>
          </a:solidFill>
        </p:spPr>
        <p:txBody>
          <a:bodyPr lIns="182880" tIns="182880"/>
          <a:lstStyle>
            <a:lvl1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000" b="1" i="0">
                <a:solidFill>
                  <a:schemeClr val="accent3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D62B1437-F991-31DF-7B15-2164F69343F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455133" y="2052680"/>
            <a:ext cx="2597726" cy="1646484"/>
          </a:xfrm>
          <a:solidFill>
            <a:schemeClr val="bg1"/>
          </a:solidFill>
        </p:spPr>
        <p:txBody>
          <a:bodyPr lIns="182880" tIns="182880"/>
          <a:lstStyle>
            <a:lvl1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000" b="1" i="0">
                <a:solidFill>
                  <a:schemeClr val="accent3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1C01816F-A1DA-E4A9-066C-164C4608144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2492434" y="4633201"/>
            <a:ext cx="2597726" cy="1646484"/>
          </a:xfrm>
          <a:solidFill>
            <a:schemeClr val="bg1"/>
          </a:solidFill>
        </p:spPr>
        <p:txBody>
          <a:bodyPr lIns="182880" tIns="182880"/>
          <a:lstStyle>
            <a:lvl1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000" b="1" i="0">
                <a:solidFill>
                  <a:schemeClr val="accent3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1841442A-E4F3-DCDE-81F3-6A367AFBB23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800900" y="4633201"/>
            <a:ext cx="2597726" cy="1646484"/>
          </a:xfrm>
          <a:solidFill>
            <a:schemeClr val="bg1"/>
          </a:solidFill>
        </p:spPr>
        <p:txBody>
          <a:bodyPr lIns="182880" tIns="182880"/>
          <a:lstStyle>
            <a:lvl1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000" b="1" i="0">
                <a:solidFill>
                  <a:schemeClr val="accent3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C5926872-F7B6-941C-7957-CD8A17862C1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109364" y="4633201"/>
            <a:ext cx="2597726" cy="1646484"/>
          </a:xfrm>
          <a:solidFill>
            <a:schemeClr val="bg1"/>
          </a:solidFill>
        </p:spPr>
        <p:txBody>
          <a:bodyPr lIns="182880" tIns="182880"/>
          <a:lstStyle>
            <a:lvl1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  <a:defRPr sz="2000" b="1" i="0">
                <a:solidFill>
                  <a:schemeClr val="accent3"/>
                </a:solidFill>
                <a:latin typeface="Theinhardt Bold" panose="020B0503020202020204" pitchFamily="34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031745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FD44-89EB-9189-8079-520FB25B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645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3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2.png"/><Relationship Id="rId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16969E9-C32B-B994-5571-69230ACF7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3035"/>
            <a:ext cx="10515600" cy="93765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6DF76D5-6189-1036-262A-4A4CDF440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UIC Logo">
            <a:extLst>
              <a:ext uri="{FF2B5EF4-FFF2-40B4-BE49-F238E27FC236}">
                <a16:creationId xmlns="" xmlns:a16="http://schemas.microsoft.com/office/drawing/2014/main" id="{28775E0F-E657-1C33-6554-D794838EE5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/>
          <a:srcRect l="22549" t="22484" r="22288" b="22876"/>
          <a:stretch/>
        </p:blipFill>
        <p:spPr>
          <a:xfrm>
            <a:off x="11329482" y="530433"/>
            <a:ext cx="449973" cy="44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80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719" r:id="rId2"/>
    <p:sldLayoutId id="2147483710" r:id="rId3"/>
    <p:sldLayoutId id="2147483660" r:id="rId4"/>
    <p:sldLayoutId id="2147483715" r:id="rId5"/>
    <p:sldLayoutId id="2147483716" r:id="rId6"/>
    <p:sldLayoutId id="2147483712" r:id="rId7"/>
    <p:sldLayoutId id="2147483718" r:id="rId8"/>
    <p:sldLayoutId id="2147483659" r:id="rId9"/>
    <p:sldLayoutId id="2147483714" r:id="rId10"/>
    <p:sldLayoutId id="2147483713" r:id="rId11"/>
    <p:sldLayoutId id="2147483651" r:id="rId12"/>
    <p:sldLayoutId id="2147483654" r:id="rId13"/>
    <p:sldLayoutId id="2147483717" r:id="rId14"/>
    <p:sldLayoutId id="2147483730" r:id="rId15"/>
    <p:sldLayoutId id="2147483732" r:id="rId1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i="0" kern="1200">
          <a:solidFill>
            <a:schemeClr val="tx2"/>
          </a:solidFill>
          <a:latin typeface="Theinhardt Black" panose="020B0503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spcAft>
          <a:spcPts val="1000"/>
        </a:spcAft>
        <a:buFont typeface="Arial" panose="020B0604020202020204" pitchFamily="34" charset="0"/>
        <a:buChar char="•"/>
        <a:defRPr sz="2800" b="0" i="0" kern="1200">
          <a:solidFill>
            <a:schemeClr val="accent3"/>
          </a:solidFill>
          <a:latin typeface="Theinhardt Regular" panose="020B0503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2400" b="0" i="0" kern="1200">
          <a:solidFill>
            <a:schemeClr val="accent3"/>
          </a:solidFill>
          <a:latin typeface="Theinhardt Regular" panose="020B0503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2000" b="0" i="0" kern="1200">
          <a:solidFill>
            <a:schemeClr val="accent3"/>
          </a:solidFill>
          <a:latin typeface="Theinhardt Regular" panose="020B0503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accent3"/>
          </a:solidFill>
          <a:latin typeface="Theinhardt Regular" panose="020B0503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accent3"/>
          </a:solidFill>
          <a:latin typeface="Theinhardt Regular" panose="020B0503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16969E9-C32B-B994-5571-69230ACF7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3035"/>
            <a:ext cx="10515600" cy="93765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6DF76D5-6189-1036-262A-4A4CDF440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="" xmlns:a16="http://schemas.microsoft.com/office/drawing/2014/main" id="{F81AD874-A9BA-F737-A6C1-418685013892}"/>
              </a:ext>
            </a:extLst>
          </p:cNvPr>
          <p:cNvSpPr/>
          <p:nvPr userDrawn="1"/>
        </p:nvSpPr>
        <p:spPr>
          <a:xfrm>
            <a:off x="11329482" y="530481"/>
            <a:ext cx="449973" cy="449973"/>
          </a:xfrm>
          <a:custGeom>
            <a:avLst/>
            <a:gdLst/>
            <a:ahLst/>
            <a:cxnLst/>
            <a:rect l="l" t="t" r="r" b="b"/>
            <a:pathLst>
              <a:path w="952047" h="952047">
                <a:moveTo>
                  <a:pt x="0" y="0"/>
                </a:moveTo>
                <a:lnTo>
                  <a:pt x="952048" y="0"/>
                </a:lnTo>
                <a:lnTo>
                  <a:pt x="952048" y="952047"/>
                </a:lnTo>
                <a:lnTo>
                  <a:pt x="0" y="9520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24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11" r:id="rId2"/>
    <p:sldLayoutId id="2147483683" r:id="rId3"/>
    <p:sldLayoutId id="2147483701" r:id="rId4"/>
    <p:sldLayoutId id="2147483702" r:id="rId5"/>
    <p:sldLayoutId id="2147483703" r:id="rId6"/>
    <p:sldLayoutId id="2147483704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i="0" kern="1200">
          <a:solidFill>
            <a:schemeClr val="tx2"/>
          </a:solidFill>
          <a:latin typeface="Theinhardt Black" panose="020B0503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spcAft>
          <a:spcPts val="1000"/>
        </a:spcAft>
        <a:buFont typeface="Arial" panose="020B0604020202020204" pitchFamily="34" charset="0"/>
        <a:buChar char="•"/>
        <a:defRPr sz="2800" b="0" i="0" kern="1200">
          <a:solidFill>
            <a:schemeClr val="accent3"/>
          </a:solidFill>
          <a:latin typeface="Theinhardt Regular" panose="020B0503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2400" b="0" i="0" kern="1200">
          <a:solidFill>
            <a:schemeClr val="accent3"/>
          </a:solidFill>
          <a:latin typeface="Theinhardt Regular" panose="020B0503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2000" b="0" i="0" kern="1200">
          <a:solidFill>
            <a:schemeClr val="accent3"/>
          </a:solidFill>
          <a:latin typeface="Theinhardt Regular" panose="020B0503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accent3"/>
          </a:solidFill>
          <a:latin typeface="Theinhardt Regular" panose="020B0503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accent3"/>
          </a:solidFill>
          <a:latin typeface="Theinhardt Regular" panose="020B0503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16969E9-C32B-B994-5571-69230ACF7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3035"/>
            <a:ext cx="10515600" cy="93765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6DF76D5-6189-1036-262A-4A4CDF440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UIC Logo">
            <a:extLst>
              <a:ext uri="{FF2B5EF4-FFF2-40B4-BE49-F238E27FC236}">
                <a16:creationId xmlns="" xmlns:a16="http://schemas.microsoft.com/office/drawing/2014/main" id="{28775E0F-E657-1C33-6554-D794838EE5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l="22549" t="22484" r="22288" b="22876"/>
          <a:stretch/>
        </p:blipFill>
        <p:spPr>
          <a:xfrm>
            <a:off x="11329482" y="530433"/>
            <a:ext cx="449973" cy="44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15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6" r:id="rId3"/>
    <p:sldLayoutId id="2147483697" r:id="rId4"/>
    <p:sldLayoutId id="2147483731" r:id="rId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i="0" kern="1200">
          <a:solidFill>
            <a:schemeClr val="tx2"/>
          </a:solidFill>
          <a:latin typeface="Theinhardt Black" panose="020B0503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spcAft>
          <a:spcPts val="1000"/>
        </a:spcAft>
        <a:buFont typeface="Arial" panose="020B0604020202020204" pitchFamily="34" charset="0"/>
        <a:buChar char="•"/>
        <a:defRPr sz="2800" b="0" i="0" kern="1200">
          <a:solidFill>
            <a:schemeClr val="accent3"/>
          </a:solidFill>
          <a:latin typeface="Theinhardt Regular" panose="020B0503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2400" b="0" i="0" kern="1200">
          <a:solidFill>
            <a:schemeClr val="accent3"/>
          </a:solidFill>
          <a:latin typeface="Theinhardt Regular" panose="020B0503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2000" b="0" i="0" kern="1200">
          <a:solidFill>
            <a:schemeClr val="accent3"/>
          </a:solidFill>
          <a:latin typeface="Theinhardt Regular" panose="020B0503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accent3"/>
          </a:solidFill>
          <a:latin typeface="Theinhardt Regular" panose="020B0503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accent3"/>
          </a:solidFill>
          <a:latin typeface="Theinhardt Regular" panose="020B0503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16969E9-C32B-B994-5571-69230ACF7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3035"/>
            <a:ext cx="10515600" cy="93765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6DF76D5-6189-1036-262A-4A4CDF440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reeform 4" descr="UIC Logo">
            <a:extLst>
              <a:ext uri="{FF2B5EF4-FFF2-40B4-BE49-F238E27FC236}">
                <a16:creationId xmlns="" xmlns:a16="http://schemas.microsoft.com/office/drawing/2014/main" id="{B2CCEB5B-BEE0-3B6B-28F1-964B8038536E}"/>
              </a:ext>
            </a:extLst>
          </p:cNvPr>
          <p:cNvSpPr/>
          <p:nvPr userDrawn="1"/>
        </p:nvSpPr>
        <p:spPr>
          <a:xfrm>
            <a:off x="11329482" y="530481"/>
            <a:ext cx="449973" cy="449973"/>
          </a:xfrm>
          <a:custGeom>
            <a:avLst/>
            <a:gdLst/>
            <a:ahLst/>
            <a:cxnLst/>
            <a:rect l="l" t="t" r="r" b="b"/>
            <a:pathLst>
              <a:path w="952047" h="952047">
                <a:moveTo>
                  <a:pt x="0" y="0"/>
                </a:moveTo>
                <a:lnTo>
                  <a:pt x="952048" y="0"/>
                </a:lnTo>
                <a:lnTo>
                  <a:pt x="952048" y="952047"/>
                </a:lnTo>
                <a:lnTo>
                  <a:pt x="0" y="9520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4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1" r:id="rId3"/>
    <p:sldLayoutId id="2147483666" r:id="rId4"/>
    <p:sldLayoutId id="2147483670" r:id="rId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i="0" kern="1200">
          <a:solidFill>
            <a:schemeClr val="bg1"/>
          </a:solidFill>
          <a:latin typeface="Theinhardt Black" panose="020B0503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spcAft>
          <a:spcPts val="1000"/>
        </a:spcAft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0360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8" r:id="rId2"/>
    <p:sldLayoutId id="2147483729" r:id="rId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i="0" kern="1200">
          <a:solidFill>
            <a:schemeClr val="bg1"/>
          </a:solidFill>
          <a:latin typeface="Theinhardt Black" panose="020B0503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spcAft>
          <a:spcPts val="1000"/>
        </a:spcAft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16969E9-C32B-B994-5571-69230ACF7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3035"/>
            <a:ext cx="10515600" cy="93765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6DF76D5-6189-1036-262A-4A4CDF440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reeform 4" descr="UIC Logo">
            <a:extLst>
              <a:ext uri="{FF2B5EF4-FFF2-40B4-BE49-F238E27FC236}">
                <a16:creationId xmlns="" xmlns:a16="http://schemas.microsoft.com/office/drawing/2014/main" id="{B2CCEB5B-BEE0-3B6B-28F1-964B8038536E}"/>
              </a:ext>
            </a:extLst>
          </p:cNvPr>
          <p:cNvSpPr/>
          <p:nvPr userDrawn="1"/>
        </p:nvSpPr>
        <p:spPr>
          <a:xfrm>
            <a:off x="11329482" y="530481"/>
            <a:ext cx="449973" cy="449973"/>
          </a:xfrm>
          <a:custGeom>
            <a:avLst/>
            <a:gdLst/>
            <a:ahLst/>
            <a:cxnLst/>
            <a:rect l="l" t="t" r="r" b="b"/>
            <a:pathLst>
              <a:path w="952047" h="952047">
                <a:moveTo>
                  <a:pt x="0" y="0"/>
                </a:moveTo>
                <a:lnTo>
                  <a:pt x="952048" y="0"/>
                </a:lnTo>
                <a:lnTo>
                  <a:pt x="952048" y="952047"/>
                </a:lnTo>
                <a:lnTo>
                  <a:pt x="0" y="952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38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i="0" kern="1200">
          <a:solidFill>
            <a:schemeClr val="bg1"/>
          </a:solidFill>
          <a:latin typeface="Theinhardt Black" panose="020B0503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spcAft>
          <a:spcPts val="1000"/>
        </a:spcAft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16969E9-C32B-B994-5571-69230ACF7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3035"/>
            <a:ext cx="10515600" cy="93765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6DF76D5-6189-1036-262A-4A4CDF440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3" descr="UIC Logo">
            <a:extLst>
              <a:ext uri="{FF2B5EF4-FFF2-40B4-BE49-F238E27FC236}">
                <a16:creationId xmlns="" xmlns:a16="http://schemas.microsoft.com/office/drawing/2014/main" id="{136B3CF8-09D3-DF8F-BD62-1FEE8A7B47B7}"/>
              </a:ext>
            </a:extLst>
          </p:cNvPr>
          <p:cNvSpPr/>
          <p:nvPr userDrawn="1"/>
        </p:nvSpPr>
        <p:spPr>
          <a:xfrm>
            <a:off x="11329482" y="530481"/>
            <a:ext cx="449973" cy="449973"/>
          </a:xfrm>
          <a:custGeom>
            <a:avLst/>
            <a:gdLst/>
            <a:ahLst/>
            <a:cxnLst/>
            <a:rect l="l" t="t" r="r" b="b"/>
            <a:pathLst>
              <a:path w="952047" h="952047">
                <a:moveTo>
                  <a:pt x="0" y="0"/>
                </a:moveTo>
                <a:lnTo>
                  <a:pt x="952048" y="0"/>
                </a:lnTo>
                <a:lnTo>
                  <a:pt x="952048" y="952047"/>
                </a:lnTo>
                <a:lnTo>
                  <a:pt x="0" y="9520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66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i="0" kern="1200">
          <a:solidFill>
            <a:schemeClr val="bg1"/>
          </a:solidFill>
          <a:latin typeface="Theinhardt Black" panose="020B0503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spcAft>
          <a:spcPts val="1000"/>
        </a:spcAft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Theinhardt Regular" panose="020B0503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6CDC90-507C-5F46-05DC-403237E79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687" y="899199"/>
            <a:ext cx="10515600" cy="937653"/>
          </a:xfrm>
        </p:spPr>
        <p:txBody>
          <a:bodyPr/>
          <a:lstStyle/>
          <a:p>
            <a:pPr algn="ctr"/>
            <a:r>
              <a:rPr lang="it-IT" dirty="0"/>
              <a:t/>
            </a:r>
            <a:br>
              <a:rPr lang="it-IT" dirty="0"/>
            </a:br>
            <a:r>
              <a:rPr lang="en-US" dirty="0"/>
              <a:t>Optimizing LLMs for Italian: Reducing Token Fertility and Enhancing Efficiency Through Vocabulary Adaptation</a:t>
            </a:r>
            <a:r>
              <a:rPr lang="it-IT" dirty="0"/>
              <a:t/>
            </a:r>
            <a:br>
              <a:rPr lang="it-IT" dirty="0"/>
            </a:br>
            <a:r>
              <a:rPr lang="it-IT" i="1" dirty="0"/>
              <a:t>Moroni et al., 2025</a:t>
            </a:r>
            <a:br>
              <a:rPr lang="it-IT" i="1" dirty="0"/>
            </a:br>
            <a:r>
              <a:rPr lang="it-IT" i="1" dirty="0"/>
              <a:t/>
            </a:r>
            <a:br>
              <a:rPr lang="it-IT" i="1" dirty="0"/>
            </a:br>
            <a:r>
              <a:rPr lang="it-IT" b="0" i="1" dirty="0" err="1"/>
              <a:t>Reproducibility</a:t>
            </a:r>
            <a:r>
              <a:rPr lang="it-IT" b="0" i="1" dirty="0"/>
              <a:t> Study</a:t>
            </a:r>
            <a:r>
              <a:rPr lang="it-IT" dirty="0"/>
              <a:t/>
            </a:r>
            <a:br>
              <a:rPr lang="it-IT" dirty="0"/>
            </a:br>
            <a:r>
              <a:rPr lang="it-IT" b="0" i="1" dirty="0"/>
              <a:t>CS 421 — Fall 2025</a:t>
            </a:r>
            <a:br>
              <a:rPr lang="it-IT" b="0" i="1" dirty="0"/>
            </a:br>
            <a:r>
              <a:rPr lang="it-IT" b="0" i="1" dirty="0"/>
              <a:t/>
            </a:r>
            <a:br>
              <a:rPr lang="it-IT" b="0" i="1" dirty="0"/>
            </a:br>
            <a:r>
              <a:rPr lang="it-IT" dirty="0"/>
              <a:t/>
            </a:r>
            <a:br>
              <a:rPr lang="it-IT" dirty="0"/>
            </a:br>
            <a:r>
              <a:rPr lang="en-US" dirty="0"/>
              <a:t>Diana Gontero – Margherita </a:t>
            </a:r>
            <a:r>
              <a:rPr lang="en-US" dirty="0" err="1"/>
              <a:t>Boanini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66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>
            <a:extLst>
              <a:ext uri="{FF2B5EF4-FFF2-40B4-BE49-F238E27FC236}">
                <a16:creationId xmlns=""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 anchor="b">
            <a:normAutofit/>
          </a:bodyPr>
          <a:lstStyle>
            <a:defPPr>
              <a:defRPr lang="it-IT"/>
            </a:defPPr>
          </a:lstStyle>
          <a:p>
            <a:r>
              <a:rPr lang="it-IT" dirty="0" err="1">
                <a:solidFill>
                  <a:srgbClr val="D50031"/>
                </a:solidFill>
              </a:rPr>
              <a:t>Why</a:t>
            </a:r>
            <a:r>
              <a:rPr lang="it-IT" dirty="0">
                <a:solidFill>
                  <a:srgbClr val="D50031"/>
                </a:solidFill>
              </a:rPr>
              <a:t> </a:t>
            </a:r>
            <a:r>
              <a:rPr lang="it-IT" dirty="0" err="1">
                <a:solidFill>
                  <a:srgbClr val="D50031"/>
                </a:solidFill>
              </a:rPr>
              <a:t>Optimize</a:t>
            </a:r>
            <a:r>
              <a:rPr lang="it-IT" dirty="0">
                <a:solidFill>
                  <a:srgbClr val="D50031"/>
                </a:solidFill>
              </a:rPr>
              <a:t> for </a:t>
            </a:r>
            <a:r>
              <a:rPr lang="it-IT" dirty="0" err="1">
                <a:solidFill>
                  <a:srgbClr val="D50031"/>
                </a:solidFill>
              </a:rPr>
              <a:t>Italian</a:t>
            </a:r>
            <a:r>
              <a:rPr lang="it-IT" dirty="0">
                <a:solidFill>
                  <a:srgbClr val="D50031"/>
                </a:solidFill>
              </a:rPr>
              <a:t>?</a:t>
            </a:r>
          </a:p>
        </p:txBody>
      </p:sp>
      <p:graphicFrame>
        <p:nvGraphicFramePr>
          <p:cNvPr id="11" name="Segnaposto testo 2">
            <a:extLst>
              <a:ext uri="{FF2B5EF4-FFF2-40B4-BE49-F238E27FC236}">
                <a16:creationId xmlns="" xmlns:a16="http://schemas.microsoft.com/office/drawing/2014/main" id="{E915D9E2-280C-5174-384E-1DC1596BE4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3921110"/>
              </p:ext>
            </p:extLst>
          </p:nvPr>
        </p:nvGraphicFramePr>
        <p:xfrm>
          <a:off x="3657600" y="2282007"/>
          <a:ext cx="7810500" cy="4013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ttangolo 1"/>
          <p:cNvSpPr/>
          <p:nvPr/>
        </p:nvSpPr>
        <p:spPr>
          <a:xfrm rot="2731219">
            <a:off x="-1453416" y="3859730"/>
            <a:ext cx="2117557" cy="1819175"/>
          </a:xfrm>
          <a:prstGeom prst="rect">
            <a:avLst/>
          </a:prstGeom>
          <a:solidFill>
            <a:srgbClr val="D50031"/>
          </a:solidFill>
          <a:ln>
            <a:solidFill>
              <a:srgbClr val="D500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08993"/>
            <a:ext cx="6787747" cy="774086"/>
          </a:xfrm>
        </p:spPr>
        <p:txBody>
          <a:bodyPr rtlCol="0" anchor="b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Project Goal &amp;</a:t>
            </a:r>
            <a:r>
              <a:rPr lang="it-IT" dirty="0" smtClean="0"/>
              <a:t> </a:t>
            </a:r>
            <a:r>
              <a:rPr lang="it-IT" dirty="0"/>
              <a:t>Method</a:t>
            </a:r>
          </a:p>
        </p:txBody>
      </p:sp>
      <p:graphicFrame>
        <p:nvGraphicFramePr>
          <p:cNvPr id="5" name="Segnaposto testo 2">
            <a:extLst>
              <a:ext uri="{FF2B5EF4-FFF2-40B4-BE49-F238E27FC236}">
                <a16:creationId xmlns="" xmlns:a16="http://schemas.microsoft.com/office/drawing/2014/main" id="{9724AE8C-047A-745C-3F63-2966FEFCD3F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2676336"/>
              </p:ext>
            </p:extLst>
          </p:nvPr>
        </p:nvGraphicFramePr>
        <p:xfrm>
          <a:off x="593725" y="2575528"/>
          <a:ext cx="6788150" cy="3709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ttangolo 5"/>
          <p:cNvSpPr/>
          <p:nvPr/>
        </p:nvSpPr>
        <p:spPr>
          <a:xfrm rot="2728568">
            <a:off x="6038087" y="828568"/>
            <a:ext cx="4558951" cy="938221"/>
          </a:xfrm>
          <a:prstGeom prst="rect">
            <a:avLst/>
          </a:prstGeom>
          <a:solidFill>
            <a:srgbClr val="D50031"/>
          </a:solidFill>
          <a:ln>
            <a:solidFill>
              <a:srgbClr val="D500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/>
          <p:cNvSpPr/>
          <p:nvPr/>
        </p:nvSpPr>
        <p:spPr>
          <a:xfrm rot="2728568">
            <a:off x="8167949" y="-864662"/>
            <a:ext cx="2055009" cy="938221"/>
          </a:xfrm>
          <a:prstGeom prst="rect">
            <a:avLst/>
          </a:prstGeom>
          <a:solidFill>
            <a:srgbClr val="D50031"/>
          </a:solidFill>
          <a:ln>
            <a:solidFill>
              <a:srgbClr val="D500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7DB115A-83B4-A42A-70DB-D5EC10F02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3D0E708F-5883-BBF7-5F70-342A7B862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99986"/>
            <a:ext cx="10515600" cy="937653"/>
          </a:xfrm>
        </p:spPr>
        <p:txBody>
          <a:bodyPr rtlCol="0" anchor="t">
            <a:normAutofit/>
          </a:bodyPr>
          <a:lstStyle>
            <a:defPPr>
              <a:defRPr lang="it-IT"/>
            </a:defPPr>
          </a:lstStyle>
          <a:p>
            <a:r>
              <a:rPr lang="it-IT" sz="4400" spc="100" dirty="0" err="1"/>
              <a:t>Our</a:t>
            </a:r>
            <a:r>
              <a:rPr lang="it-IT" sz="4400" spc="100" dirty="0"/>
              <a:t> </a:t>
            </a:r>
            <a:r>
              <a:rPr lang="it-IT" sz="4400" spc="100" dirty="0" err="1"/>
              <a:t>Reproducibility</a:t>
            </a:r>
            <a:r>
              <a:rPr lang="it-IT" sz="4400" spc="100" dirty="0"/>
              <a:t> Project</a:t>
            </a:r>
            <a:endParaRPr lang="it-IT" sz="4400" dirty="0"/>
          </a:p>
        </p:txBody>
      </p:sp>
      <p:graphicFrame>
        <p:nvGraphicFramePr>
          <p:cNvPr id="5" name="Segnaposto testo 2">
            <a:extLst>
              <a:ext uri="{FF2B5EF4-FFF2-40B4-BE49-F238E27FC236}">
                <a16:creationId xmlns="" xmlns:a16="http://schemas.microsoft.com/office/drawing/2014/main" id="{1013EB8E-82EC-1B65-DDB5-E5763CF88592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4174708424"/>
              </p:ext>
            </p:extLst>
          </p:nvPr>
        </p:nvGraphicFramePr>
        <p:xfrm>
          <a:off x="838468" y="1937638"/>
          <a:ext cx="10515331" cy="4652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353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 descr="Top 25 Public University">
            <a:extLst>
              <a:ext uri="{FF2B5EF4-FFF2-40B4-BE49-F238E27FC236}">
                <a16:creationId xmlns="" xmlns:a16="http://schemas.microsoft.com/office/drawing/2014/main" id="{E28E8597-5594-101A-09AA-A414934109D9}"/>
              </a:ext>
            </a:extLst>
          </p:cNvPr>
          <p:cNvGrpSpPr/>
          <p:nvPr/>
        </p:nvGrpSpPr>
        <p:grpSpPr>
          <a:xfrm>
            <a:off x="499713" y="2288835"/>
            <a:ext cx="3092350" cy="1088138"/>
            <a:chOff x="838200" y="2050474"/>
            <a:chExt cx="3092350" cy="1088138"/>
          </a:xfrm>
        </p:grpSpPr>
        <p:sp>
          <p:nvSpPr>
            <p:cNvPr id="32" name="Rectangle 31">
              <a:extLst>
                <a:ext uri="{FF2B5EF4-FFF2-40B4-BE49-F238E27FC236}">
                  <a16:creationId xmlns="" xmlns:a16="http://schemas.microsoft.com/office/drawing/2014/main" id="{8FAAAA44-32CF-D2C2-2B8F-0AC46FBC8208}"/>
                </a:ext>
              </a:extLst>
            </p:cNvPr>
            <p:cNvSpPr/>
            <p:nvPr/>
          </p:nvSpPr>
          <p:spPr>
            <a:xfrm>
              <a:off x="838200" y="2050474"/>
              <a:ext cx="3082102" cy="5433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indent="0" algn="r">
                <a:buFont typeface="Arial" panose="020B0604020202020204" pitchFamily="34" charset="0"/>
                <a:buNone/>
              </a:pPr>
              <a:r>
                <a:rPr lang="en-US" sz="3200" dirty="0" smtClean="0">
                  <a:solidFill>
                    <a:srgbClr val="001E61"/>
                  </a:solidFill>
                  <a:cs typeface="Arial" panose="020B0604020202020204" pitchFamily="34" charset="0"/>
                </a:rPr>
                <a:t>BASE MODEL:</a:t>
              </a:r>
              <a:endParaRPr lang="en-US" sz="3200" b="1" dirty="0">
                <a:solidFill>
                  <a:srgbClr val="001E6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="" xmlns:a16="http://schemas.microsoft.com/office/drawing/2014/main" id="{F79DBED3-2A3B-C022-F777-D8378BA32042}"/>
                </a:ext>
              </a:extLst>
            </p:cNvPr>
            <p:cNvSpPr/>
            <p:nvPr/>
          </p:nvSpPr>
          <p:spPr>
            <a:xfrm>
              <a:off x="1302717" y="2614235"/>
              <a:ext cx="2627833" cy="5243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US" sz="2800" b="1" dirty="0" smtClean="0">
                  <a:solidFill>
                    <a:srgbClr val="001E61"/>
                  </a:solidFill>
                  <a:cs typeface="Arial" panose="020B0604020202020204" pitchFamily="34" charset="0"/>
                </a:rPr>
                <a:t>Llama-3.1-8B</a:t>
              </a:r>
              <a:endParaRPr lang="en-US" sz="2200" dirty="0">
                <a:solidFill>
                  <a:srgbClr val="001E61"/>
                </a:solidFill>
                <a:effectLst/>
                <a:cs typeface="Arial" panose="020B0604020202020204" pitchFamily="34" charset="0"/>
              </a:endParaRP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F3B3734A-2B59-D6B0-8EC3-E8728D2F6BA6}"/>
              </a:ext>
            </a:extLst>
          </p:cNvPr>
          <p:cNvSpPr/>
          <p:nvPr/>
        </p:nvSpPr>
        <p:spPr>
          <a:xfrm>
            <a:off x="4108523" y="2262237"/>
            <a:ext cx="4058734" cy="1201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US" sz="2800" b="1" dirty="0" smtClean="0">
                <a:solidFill>
                  <a:srgbClr val="001E61"/>
                </a:solidFill>
                <a:cs typeface="Arial" panose="020B0604020202020204" pitchFamily="34" charset="0"/>
              </a:rPr>
              <a:t>LAPT</a:t>
            </a:r>
            <a:r>
              <a:rPr lang="en-US" sz="2000" dirty="0" smtClean="0">
                <a:solidFill>
                  <a:srgbClr val="001E61"/>
                </a:solidFill>
                <a:cs typeface="Arial" panose="020B0604020202020204" pitchFamily="34" charset="0"/>
              </a:rPr>
              <a:t> – Continual Training without vocabulary adaptation </a:t>
            </a:r>
            <a:endParaRPr lang="en-US" sz="2000" b="1" dirty="0">
              <a:solidFill>
                <a:srgbClr val="001E61"/>
              </a:solidFill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</a:pPr>
            <a:endParaRPr lang="en-US" sz="20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="" xmlns:a16="http://schemas.microsoft.com/office/drawing/2014/main" id="{4ED93EB9-604F-A29F-D69F-EC9A8CC0225C}"/>
              </a:ext>
            </a:extLst>
          </p:cNvPr>
          <p:cNvSpPr/>
          <p:nvPr/>
        </p:nvSpPr>
        <p:spPr>
          <a:xfrm>
            <a:off x="8026415" y="2262237"/>
            <a:ext cx="2589032" cy="123339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2800" b="1" dirty="0" smtClean="0">
                <a:solidFill>
                  <a:srgbClr val="001E61"/>
                </a:solidFill>
                <a:cs typeface="Arial" panose="020B0604020202020204" pitchFamily="34" charset="0"/>
              </a:rPr>
              <a:t>FVT </a:t>
            </a:r>
            <a:r>
              <a:rPr lang="en-US" sz="2800" dirty="0" smtClean="0">
                <a:solidFill>
                  <a:srgbClr val="001E61"/>
                </a:solidFill>
                <a:cs typeface="Arial" panose="020B0604020202020204" pitchFamily="34" charset="0"/>
              </a:rPr>
              <a:t>– Fast Vocabulary Transfer</a:t>
            </a:r>
            <a:endParaRPr lang="en-US" sz="2800" b="1" dirty="0">
              <a:ln w="19050">
                <a:solidFill>
                  <a:schemeClr val="tx2"/>
                </a:solidFill>
              </a:ln>
              <a:noFill/>
              <a:cs typeface="Arial Black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="" xmlns:a16="http://schemas.microsoft.com/office/drawing/2014/main" id="{E7848D19-A67D-6FB9-FC77-F1B677FB2803}"/>
              </a:ext>
            </a:extLst>
          </p:cNvPr>
          <p:cNvSpPr/>
          <p:nvPr/>
        </p:nvSpPr>
        <p:spPr>
          <a:xfrm>
            <a:off x="911465" y="4013448"/>
            <a:ext cx="5357787" cy="14789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it-IT" sz="2800" b="1" dirty="0">
                <a:solidFill>
                  <a:srgbClr val="001E61"/>
                </a:solidFill>
              </a:rPr>
              <a:t>SAVA</a:t>
            </a:r>
            <a:r>
              <a:rPr lang="it-IT" sz="1400" dirty="0">
                <a:solidFill>
                  <a:srgbClr val="001E61"/>
                </a:solidFill>
              </a:rPr>
              <a:t> — </a:t>
            </a:r>
            <a:r>
              <a:rPr lang="it-IT" sz="1900" dirty="0" err="1">
                <a:solidFill>
                  <a:srgbClr val="001E61"/>
                </a:solidFill>
              </a:rPr>
              <a:t>Semantic-Aligned</a:t>
            </a:r>
            <a:r>
              <a:rPr lang="it-IT" sz="1900" dirty="0">
                <a:solidFill>
                  <a:srgbClr val="001E61"/>
                </a:solidFill>
              </a:rPr>
              <a:t> </a:t>
            </a:r>
            <a:r>
              <a:rPr lang="it-IT" sz="1900" dirty="0" err="1">
                <a:solidFill>
                  <a:srgbClr val="001E61"/>
                </a:solidFill>
              </a:rPr>
              <a:t>Vocabulary</a:t>
            </a:r>
            <a:r>
              <a:rPr lang="it-IT" sz="1900" dirty="0">
                <a:solidFill>
                  <a:srgbClr val="001E61"/>
                </a:solidFill>
              </a:rPr>
              <a:t> </a:t>
            </a:r>
            <a:r>
              <a:rPr lang="it-IT" sz="1900" dirty="0" smtClean="0">
                <a:solidFill>
                  <a:srgbClr val="001E61"/>
                </a:solidFill>
              </a:rPr>
              <a:t>Adaptation</a:t>
            </a:r>
            <a:endParaRPr lang="en-US" sz="1900" dirty="0" smtClean="0">
              <a:solidFill>
                <a:srgbClr val="001E61"/>
              </a:solidFill>
            </a:endParaRPr>
          </a:p>
          <a:p>
            <a:pPr marL="285750" lvl="0" indent="-285750">
              <a:buFontTx/>
              <a:buChar char="-"/>
            </a:pPr>
            <a:r>
              <a:rPr lang="it-IT" sz="1900" dirty="0" err="1" smtClean="0">
                <a:solidFill>
                  <a:srgbClr val="001E61"/>
                </a:solidFill>
              </a:rPr>
              <a:t>Align</a:t>
            </a:r>
            <a:r>
              <a:rPr lang="it-IT" sz="1900" dirty="0" smtClean="0">
                <a:solidFill>
                  <a:srgbClr val="001E61"/>
                </a:solidFill>
              </a:rPr>
              <a:t> </a:t>
            </a:r>
            <a:r>
              <a:rPr lang="it-IT" sz="1900" dirty="0" err="1">
                <a:solidFill>
                  <a:srgbClr val="001E61"/>
                </a:solidFill>
              </a:rPr>
              <a:t>embeddings</a:t>
            </a:r>
            <a:r>
              <a:rPr lang="it-IT" sz="1900" dirty="0">
                <a:solidFill>
                  <a:srgbClr val="001E61"/>
                </a:solidFill>
              </a:rPr>
              <a:t> from </a:t>
            </a:r>
            <a:r>
              <a:rPr lang="it-IT" sz="1900" dirty="0" err="1">
                <a:solidFill>
                  <a:srgbClr val="001E61"/>
                </a:solidFill>
              </a:rPr>
              <a:t>helper</a:t>
            </a:r>
            <a:r>
              <a:rPr lang="it-IT" sz="1900" dirty="0">
                <a:solidFill>
                  <a:srgbClr val="001E61"/>
                </a:solidFill>
              </a:rPr>
              <a:t> model (</a:t>
            </a:r>
            <a:r>
              <a:rPr lang="it-IT" sz="1900" dirty="0" smtClean="0">
                <a:solidFill>
                  <a:srgbClr val="001E61"/>
                </a:solidFill>
              </a:rPr>
              <a:t>Minerva-3B)</a:t>
            </a:r>
            <a:endParaRPr lang="en-US" sz="1900" dirty="0" smtClean="0">
              <a:solidFill>
                <a:srgbClr val="001E61"/>
              </a:solidFill>
            </a:endParaRPr>
          </a:p>
          <a:p>
            <a:pPr marL="285750" lvl="0" indent="-285750">
              <a:buFontTx/>
              <a:buChar char="-"/>
            </a:pPr>
            <a:r>
              <a:rPr lang="it-IT" sz="1900" dirty="0" err="1" smtClean="0">
                <a:solidFill>
                  <a:srgbClr val="001E61"/>
                </a:solidFill>
              </a:rPr>
              <a:t>Initialize</a:t>
            </a:r>
            <a:r>
              <a:rPr lang="it-IT" sz="1900" dirty="0" smtClean="0">
                <a:solidFill>
                  <a:srgbClr val="001E61"/>
                </a:solidFill>
              </a:rPr>
              <a:t> </a:t>
            </a:r>
            <a:r>
              <a:rPr lang="it-IT" sz="1900" dirty="0">
                <a:solidFill>
                  <a:srgbClr val="001E61"/>
                </a:solidFill>
              </a:rPr>
              <a:t>new </a:t>
            </a:r>
            <a:r>
              <a:rPr lang="it-IT" sz="1900" dirty="0" err="1">
                <a:solidFill>
                  <a:srgbClr val="001E61"/>
                </a:solidFill>
              </a:rPr>
              <a:t>tokens</a:t>
            </a:r>
            <a:r>
              <a:rPr lang="it-IT" sz="1900" dirty="0">
                <a:solidFill>
                  <a:srgbClr val="001E61"/>
                </a:solidFill>
              </a:rPr>
              <a:t> in the target </a:t>
            </a:r>
            <a:r>
              <a:rPr lang="it-IT" sz="1900" dirty="0" err="1">
                <a:solidFill>
                  <a:srgbClr val="001E61"/>
                </a:solidFill>
              </a:rPr>
              <a:t>vocabulary</a:t>
            </a:r>
            <a:endParaRPr lang="en-US" sz="1900" dirty="0">
              <a:solidFill>
                <a:srgbClr val="001E61"/>
              </a:solidFill>
            </a:endParaRPr>
          </a:p>
        </p:txBody>
      </p:sp>
      <p:sp>
        <p:nvSpPr>
          <p:cNvPr id="50" name="Rectangle 49" descr="#11 for Social Mobility">
            <a:extLst>
              <a:ext uri="{FF2B5EF4-FFF2-40B4-BE49-F238E27FC236}">
                <a16:creationId xmlns="" xmlns:a16="http://schemas.microsoft.com/office/drawing/2014/main" id="{C53A6462-2808-068C-BF84-3C92188DEF28}"/>
              </a:ext>
            </a:extLst>
          </p:cNvPr>
          <p:cNvSpPr/>
          <p:nvPr/>
        </p:nvSpPr>
        <p:spPr>
          <a:xfrm>
            <a:off x="6674069" y="4013448"/>
            <a:ext cx="4035971" cy="6369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 smtClean="0">
                <a:solidFill>
                  <a:schemeClr val="tx1"/>
                </a:solidFill>
                <a:cs typeface="Arial" panose="020B0604020202020204" pitchFamily="34" charset="0"/>
              </a:rPr>
              <a:t>SAVA M-CT Reproduced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="" xmlns:a16="http://schemas.microsoft.com/office/drawing/2014/main" id="{6CD42DCF-1C14-7AE1-E826-207C71E04B4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1025045" y="3712746"/>
            <a:ext cx="9684996" cy="31968"/>
          </a:xfrm>
          <a:prstGeom prst="line">
            <a:avLst/>
          </a:prstGeom>
          <a:ln w="28575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="" xmlns:a16="http://schemas.microsoft.com/office/drawing/2014/main" id="{0BDA07B2-29F2-635D-9D8F-E160AB188E8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807912" y="2209479"/>
            <a:ext cx="0" cy="1286154"/>
          </a:xfrm>
          <a:prstGeom prst="line">
            <a:avLst/>
          </a:prstGeom>
          <a:ln w="28575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="" xmlns:a16="http://schemas.microsoft.com/office/drawing/2014/main" id="{4AFF86EA-D65F-90EF-341F-8167B007DC6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8458114" y="2209479"/>
            <a:ext cx="0" cy="1286154"/>
          </a:xfrm>
          <a:prstGeom prst="line">
            <a:avLst/>
          </a:prstGeom>
          <a:ln w="28575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="" xmlns:a16="http://schemas.microsoft.com/office/drawing/2014/main" id="{9F2C4F61-0487-F59F-CF7A-DA3F7DE2D1B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0972024" y="1939946"/>
            <a:ext cx="0" cy="3524579"/>
          </a:xfrm>
          <a:prstGeom prst="line">
            <a:avLst/>
          </a:prstGeom>
          <a:ln w="28575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="" xmlns:a16="http://schemas.microsoft.com/office/drawing/2014/main" id="{8E25FA7B-CE5A-1C53-6040-CBF9F480DD8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471660" y="3902615"/>
            <a:ext cx="0" cy="1514367"/>
          </a:xfrm>
          <a:prstGeom prst="line">
            <a:avLst/>
          </a:prstGeom>
          <a:ln w="28575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itle 26">
            <a:extLst>
              <a:ext uri="{FF2B5EF4-FFF2-40B4-BE49-F238E27FC236}">
                <a16:creationId xmlns="" xmlns:a16="http://schemas.microsoft.com/office/drawing/2014/main" id="{E068B92F-3FEA-7EFB-E5BD-7E8B5C465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8138"/>
            <a:ext cx="6402516" cy="937653"/>
          </a:xfrm>
        </p:spPr>
        <p:txBody>
          <a:bodyPr/>
          <a:lstStyle/>
          <a:p>
            <a:r>
              <a:rPr lang="it-IT" sz="4400" dirty="0" err="1"/>
              <a:t>Models</a:t>
            </a:r>
            <a:r>
              <a:rPr lang="it-IT" sz="4400" dirty="0"/>
              <a:t> and </a:t>
            </a:r>
            <a:r>
              <a:rPr lang="it-IT" sz="4400" dirty="0" err="1"/>
              <a:t>Tokenizers</a:t>
            </a:r>
            <a:endParaRPr lang="en-US" sz="4400" dirty="0">
              <a:solidFill>
                <a:srgbClr val="D50032"/>
              </a:solidFill>
              <a:latin typeface="Theinhardt Regular" panose="020B0503020202020204" pitchFamily="34" charset="77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="" xmlns:a16="http://schemas.microsoft.com/office/drawing/2014/main" id="{062689AC-444E-76D3-0264-A2B185977F85}"/>
              </a:ext>
            </a:extLst>
          </p:cNvPr>
          <p:cNvSpPr/>
          <p:nvPr/>
        </p:nvSpPr>
        <p:spPr>
          <a:xfrm>
            <a:off x="6674068" y="4624556"/>
            <a:ext cx="4035971" cy="578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 smtClean="0">
                <a:solidFill>
                  <a:schemeClr val="tx1"/>
                </a:solidFill>
                <a:cs typeface="Arial" panose="020B0604020202020204" pitchFamily="34" charset="0"/>
              </a:rPr>
              <a:t>Our mini-CT </a:t>
            </a:r>
            <a:r>
              <a:rPr lang="en-US" sz="2200" dirty="0" smtClean="0">
                <a:solidFill>
                  <a:schemeClr val="tx1"/>
                </a:solidFill>
                <a:cs typeface="Arial" panose="020B0604020202020204" pitchFamily="34" charset="0"/>
              </a:rPr>
              <a:t>reproduction</a:t>
            </a:r>
            <a:r>
              <a:rPr lang="en-US" sz="2000" dirty="0" smtClean="0">
                <a:solidFill>
                  <a:schemeClr val="tx1"/>
                </a:solidFill>
                <a:cs typeface="Arial" panose="020B0604020202020204" pitchFamily="34" charset="0"/>
              </a:rPr>
              <a:t> of SAVA</a:t>
            </a:r>
            <a:endParaRPr lang="en-US" sz="2000" b="1" dirty="0">
              <a:solidFill>
                <a:srgbClr val="20285D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36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337BBE5-9A30-88A8-21E3-800584DD3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0AA42D7A-36D3-0DDF-DA94-91025E76F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861848"/>
            <a:ext cx="10873740" cy="921232"/>
          </a:xfrm>
        </p:spPr>
        <p:txBody>
          <a:bodyPr rtlCol="0" anchor="b">
            <a:normAutofit/>
          </a:bodyPr>
          <a:lstStyle>
            <a:defPPr>
              <a:defRPr lang="it-IT"/>
            </a:defPPr>
          </a:lstStyle>
          <a:p>
            <a:r>
              <a:rPr lang="it-IT" sz="4800" dirty="0" err="1">
                <a:solidFill>
                  <a:srgbClr val="D50032"/>
                </a:solidFill>
              </a:rPr>
              <a:t>Dataset</a:t>
            </a:r>
            <a:endParaRPr lang="it-IT" sz="6600" dirty="0">
              <a:solidFill>
                <a:srgbClr val="D50032"/>
              </a:solidFill>
            </a:endParaRPr>
          </a:p>
        </p:txBody>
      </p:sp>
      <p:graphicFrame>
        <p:nvGraphicFramePr>
          <p:cNvPr id="5" name="Segnaposto testo 2">
            <a:extLst>
              <a:ext uri="{FF2B5EF4-FFF2-40B4-BE49-F238E27FC236}">
                <a16:creationId xmlns="" xmlns:a16="http://schemas.microsoft.com/office/drawing/2014/main" id="{CA8DEB16-E7BD-540E-73C3-90232B954EC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62821631"/>
              </p:ext>
            </p:extLst>
          </p:nvPr>
        </p:nvGraphicFramePr>
        <p:xfrm>
          <a:off x="3289738" y="2312276"/>
          <a:ext cx="8178362" cy="4204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ttangolo 5"/>
          <p:cNvSpPr/>
          <p:nvPr/>
        </p:nvSpPr>
        <p:spPr>
          <a:xfrm rot="2731219">
            <a:off x="-1453416" y="3859730"/>
            <a:ext cx="2117557" cy="1819175"/>
          </a:xfrm>
          <a:prstGeom prst="rect">
            <a:avLst/>
          </a:prstGeom>
          <a:solidFill>
            <a:srgbClr val="D50031"/>
          </a:solidFill>
          <a:ln>
            <a:solidFill>
              <a:srgbClr val="D500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1812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BBAFA00-9915-24CF-89B3-1215E339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0F1A8918-4E74-379F-A586-695B40FE1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 dirty="0" err="1"/>
              <a:t>Limitations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="" xmlns:a16="http://schemas.microsoft.com/office/drawing/2014/main" id="{BAD7AF0A-7875-DEDB-7A7D-AA487CBAAC5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4" y="2281238"/>
            <a:ext cx="10799489" cy="3709987"/>
          </a:xfrm>
        </p:spPr>
        <p:txBody>
          <a:bodyPr tIns="457200" rtlCol="0">
            <a:normAutofit/>
          </a:bodyPr>
          <a:lstStyle>
            <a:defPPr>
              <a:defRPr lang="it-IT"/>
            </a:defPPr>
          </a:lstStyle>
          <a:p>
            <a:pPr marL="0" indent="0">
              <a:buNone/>
            </a:pPr>
            <a:endParaRPr lang="it-IT" dirty="0" smtClean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="" xmlns:a16="http://schemas.microsoft.com/office/drawing/2014/main" id="{AA34D787-AF14-0A20-AC2E-2CE39E86D6AB}"/>
              </a:ext>
            </a:extLst>
          </p:cNvPr>
          <p:cNvSpPr txBox="1"/>
          <p:nvPr/>
        </p:nvSpPr>
        <p:spPr>
          <a:xfrm>
            <a:off x="1186316" y="5413853"/>
            <a:ext cx="919706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b="1" dirty="0" err="1">
                <a:solidFill>
                  <a:srgbClr val="D50032"/>
                </a:solidFill>
              </a:rPr>
              <a:t>Reproducibility</a:t>
            </a:r>
            <a:r>
              <a:rPr lang="it-IT" b="1" dirty="0">
                <a:solidFill>
                  <a:srgbClr val="D50032"/>
                </a:solidFill>
              </a:rPr>
              <a:t> focus:</a:t>
            </a:r>
            <a:r>
              <a:rPr lang="it-IT" dirty="0">
                <a:solidFill>
                  <a:srgbClr val="D50032"/>
                </a:solidFill>
              </a:rPr>
              <a:t> </a:t>
            </a:r>
            <a:r>
              <a:rPr lang="it-IT" dirty="0" err="1">
                <a:solidFill>
                  <a:srgbClr val="D50032"/>
                </a:solidFill>
              </a:rPr>
              <a:t>maintain</a:t>
            </a:r>
            <a:r>
              <a:rPr lang="it-IT" dirty="0">
                <a:solidFill>
                  <a:srgbClr val="D50032"/>
                </a:solidFill>
              </a:rPr>
              <a:t> </a:t>
            </a:r>
            <a:r>
              <a:rPr lang="it-IT" dirty="0" err="1">
                <a:solidFill>
                  <a:srgbClr val="D50032"/>
                </a:solidFill>
              </a:rPr>
              <a:t>methodology</a:t>
            </a:r>
            <a:r>
              <a:rPr lang="it-IT" dirty="0">
                <a:solidFill>
                  <a:srgbClr val="D50032"/>
                </a:solidFill>
              </a:rPr>
              <a:t>, validate trends, </a:t>
            </a:r>
            <a:r>
              <a:rPr lang="it-IT" dirty="0" err="1">
                <a:solidFill>
                  <a:srgbClr val="D50032"/>
                </a:solidFill>
              </a:rPr>
              <a:t>document</a:t>
            </a:r>
            <a:r>
              <a:rPr lang="it-IT" dirty="0">
                <a:solidFill>
                  <a:srgbClr val="D50032"/>
                </a:solidFill>
              </a:rPr>
              <a:t> </a:t>
            </a:r>
            <a:r>
              <a:rPr lang="it-IT" dirty="0" err="1">
                <a:solidFill>
                  <a:srgbClr val="D50032"/>
                </a:solidFill>
              </a:rPr>
              <a:t>differences</a:t>
            </a:r>
            <a:r>
              <a:rPr lang="it-IT" dirty="0">
                <a:solidFill>
                  <a:srgbClr val="D50032"/>
                </a:solidFill>
              </a:rPr>
              <a:t>.</a:t>
            </a:r>
          </a:p>
        </p:txBody>
      </p:sp>
      <p:sp>
        <p:nvSpPr>
          <p:cNvPr id="7" name="Rettangolo 6"/>
          <p:cNvSpPr/>
          <p:nvPr/>
        </p:nvSpPr>
        <p:spPr>
          <a:xfrm rot="2728568">
            <a:off x="6038087" y="828568"/>
            <a:ext cx="4558951" cy="938221"/>
          </a:xfrm>
          <a:prstGeom prst="rect">
            <a:avLst/>
          </a:prstGeom>
          <a:solidFill>
            <a:srgbClr val="D50031"/>
          </a:solidFill>
          <a:ln>
            <a:solidFill>
              <a:srgbClr val="D500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="" xmlns:a16="http://schemas.microsoft.com/office/drawing/2014/main" id="{99174A91-63CC-210B-CAB9-F3D18A82A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202064"/>
              </p:ext>
            </p:extLst>
          </p:nvPr>
        </p:nvGraphicFramePr>
        <p:xfrm>
          <a:off x="593725" y="3086892"/>
          <a:ext cx="10382250" cy="211892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460750">
                  <a:extLst>
                    <a:ext uri="{9D8B030D-6E8A-4147-A177-3AD203B41FA5}">
                      <a16:colId xmlns="" xmlns:a16="http://schemas.microsoft.com/office/drawing/2014/main" val="3612787889"/>
                    </a:ext>
                  </a:extLst>
                </a:gridCol>
                <a:gridCol w="3460750">
                  <a:extLst>
                    <a:ext uri="{9D8B030D-6E8A-4147-A177-3AD203B41FA5}">
                      <a16:colId xmlns="" xmlns:a16="http://schemas.microsoft.com/office/drawing/2014/main" val="3482843111"/>
                    </a:ext>
                  </a:extLst>
                </a:gridCol>
                <a:gridCol w="3460750">
                  <a:extLst>
                    <a:ext uri="{9D8B030D-6E8A-4147-A177-3AD203B41FA5}">
                      <a16:colId xmlns="" xmlns:a16="http://schemas.microsoft.com/office/drawing/2014/main" val="2018425029"/>
                    </a:ext>
                  </a:extLst>
                </a:gridCol>
              </a:tblGrid>
              <a:tr h="423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 b="1" dirty="0" err="1"/>
                        <a:t>Element</a:t>
                      </a:r>
                      <a:endParaRPr lang="it-IT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 b="1" dirty="0"/>
                        <a:t>Paper</a:t>
                      </a:r>
                      <a:endParaRPr lang="it-IT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 b="1" dirty="0" err="1"/>
                        <a:t>Our</a:t>
                      </a:r>
                      <a:r>
                        <a:rPr lang="it-IT" sz="2000" b="1" dirty="0"/>
                        <a:t> Project</a:t>
                      </a:r>
                      <a:endParaRPr lang="it-IT" b="1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062801809"/>
                  </a:ext>
                </a:extLst>
              </a:tr>
              <a:tr h="423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i="1" dirty="0" err="1"/>
                        <a:t>Continual</a:t>
                      </a:r>
                      <a:r>
                        <a:rPr lang="it-IT" i="1" dirty="0"/>
                        <a:t>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12B </a:t>
                      </a:r>
                      <a:r>
                        <a:rPr lang="it-IT" dirty="0" err="1"/>
                        <a:t>tokens</a:t>
                      </a:r>
                      <a:r>
                        <a:rPr lang="it-IT" dirty="0"/>
                        <a:t>, 16×A100 </a:t>
                      </a:r>
                      <a:r>
                        <a:rPr lang="it-IT" dirty="0" err="1"/>
                        <a:t>GPUs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~500 </a:t>
                      </a:r>
                      <a:r>
                        <a:rPr lang="it-IT" dirty="0" err="1"/>
                        <a:t>sentences</a:t>
                      </a:r>
                      <a:r>
                        <a:rPr lang="it-IT" dirty="0"/>
                        <a:t>, 1 </a:t>
                      </a:r>
                      <a:r>
                        <a:rPr lang="it-IT" dirty="0" err="1"/>
                        <a:t>epoch</a:t>
                      </a:r>
                      <a:r>
                        <a:rPr lang="it-IT" dirty="0"/>
                        <a:t> (</a:t>
                      </a:r>
                      <a:r>
                        <a:rPr lang="it-IT" dirty="0" err="1"/>
                        <a:t>LoRA</a:t>
                      </a:r>
                      <a:r>
                        <a:rPr lang="it-IT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641408685"/>
                  </a:ext>
                </a:extLst>
              </a:tr>
              <a:tr h="423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i="1" dirty="0" err="1"/>
                        <a:t>Dataset</a:t>
                      </a:r>
                      <a:endParaRPr lang="it-IT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 err="1"/>
                        <a:t>CulturaX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Sampled Wikipedia IT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95945869"/>
                  </a:ext>
                </a:extLst>
              </a:tr>
              <a:tr h="423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i="1" dirty="0" err="1"/>
                        <a:t>Models</a:t>
                      </a:r>
                      <a:endParaRPr lang="it-IT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FP16 on multi-</a:t>
                      </a:r>
                      <a:r>
                        <a:rPr lang="it-IT" dirty="0" err="1"/>
                        <a:t>node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4-bit + single GPU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44785147"/>
                  </a:ext>
                </a:extLst>
              </a:tr>
              <a:tr h="423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i="1" dirty="0" err="1"/>
                        <a:t>Metrics</a:t>
                      </a:r>
                      <a:endParaRPr lang="it-IT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ITA-</a:t>
                      </a:r>
                      <a:r>
                        <a:rPr lang="it-IT" dirty="0" err="1"/>
                        <a:t>Bench</a:t>
                      </a:r>
                      <a:r>
                        <a:rPr lang="it-IT" dirty="0"/>
                        <a:t> suite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small MT/QA test 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299766358"/>
                  </a:ext>
                </a:extLst>
              </a:tr>
            </a:tbl>
          </a:graphicData>
        </a:graphic>
      </p:graphicFrame>
      <p:sp>
        <p:nvSpPr>
          <p:cNvPr id="9" name="Rettangolo 8"/>
          <p:cNvSpPr/>
          <p:nvPr/>
        </p:nvSpPr>
        <p:spPr>
          <a:xfrm rot="2728568">
            <a:off x="7974658" y="-948869"/>
            <a:ext cx="2282250" cy="938221"/>
          </a:xfrm>
          <a:prstGeom prst="rect">
            <a:avLst/>
          </a:prstGeom>
          <a:solidFill>
            <a:srgbClr val="D50031"/>
          </a:solidFill>
          <a:ln>
            <a:solidFill>
              <a:srgbClr val="D500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502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3035"/>
            <a:ext cx="10515600" cy="937653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r>
              <a:rPr lang="it-IT" sz="4400" dirty="0"/>
              <a:t>G1: </a:t>
            </a:r>
            <a:r>
              <a:rPr lang="it-IT" sz="4400" dirty="0" err="1"/>
              <a:t>Fertility</a:t>
            </a:r>
            <a:endParaRPr lang="it-IT" sz="4400" dirty="0"/>
          </a:p>
        </p:txBody>
      </p:sp>
      <p:sp>
        <p:nvSpPr>
          <p:cNvPr id="5" name="CasellaDiTesto 4">
            <a:extLst>
              <a:ext uri="{FF2B5EF4-FFF2-40B4-BE49-F238E27FC236}">
                <a16:creationId xmlns="" xmlns:a16="http://schemas.microsoft.com/office/drawing/2014/main" id="{9EAD8F39-4B62-D972-2AD2-999FF63424AC}"/>
              </a:ext>
            </a:extLst>
          </p:cNvPr>
          <p:cNvSpPr txBox="1"/>
          <p:nvPr/>
        </p:nvSpPr>
        <p:spPr>
          <a:xfrm>
            <a:off x="8023412" y="2881942"/>
            <a:ext cx="3958381" cy="2238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sz="2800" b="1" i="0" kern="1200" dirty="0" smtClean="0">
                <a:solidFill>
                  <a:srgbClr val="002060"/>
                </a:solidFill>
              </a:rPr>
              <a:t>Vocabulary </a:t>
            </a:r>
            <a:r>
              <a:rPr lang="en-US" sz="2800" b="1" i="0" kern="1200" dirty="0">
                <a:solidFill>
                  <a:srgbClr val="002060"/>
                </a:solidFill>
              </a:rPr>
              <a:t>adaptation reduces token fertility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sz="2800" b="1" i="0" kern="1200" dirty="0">
                <a:solidFill>
                  <a:srgbClr val="002060"/>
                </a:solidFill>
              </a:rPr>
              <a:t>Mini-CT preserves gains</a:t>
            </a:r>
          </a:p>
        </p:txBody>
      </p:sp>
      <p:pic>
        <p:nvPicPr>
          <p:cNvPr id="4" name="Immagine 3" descr="Immagine che contiene testo, schermata, Policromia, Rettangolo&#10;&#10;Il contenuto generato dall'IA potrebbe non essere corretto.">
            <a:extLst>
              <a:ext uri="{FF2B5EF4-FFF2-40B4-BE49-F238E27FC236}">
                <a16:creationId xmlns="" xmlns:a16="http://schemas.microsoft.com/office/drawing/2014/main" id="{6D9E3D18-F5D0-A729-A181-32739A9ADD9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2622" t="-1" r="938" b="2"/>
          <a:stretch>
            <a:fillRect/>
          </a:stretch>
        </p:blipFill>
        <p:spPr>
          <a:xfrm>
            <a:off x="440871" y="1825625"/>
            <a:ext cx="7582541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DD07DED-5057-29FC-FDB1-C09B86B89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DA8F9945-B841-72EA-64AA-9AC5D1BF8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3035"/>
            <a:ext cx="10515600" cy="937653"/>
          </a:xfrm>
        </p:spPr>
        <p:txBody>
          <a:bodyPr rtlCol="0" anchor="t">
            <a:normAutofit/>
          </a:bodyPr>
          <a:lstStyle>
            <a:defPPr>
              <a:defRPr lang="it-IT"/>
            </a:defPPr>
          </a:lstStyle>
          <a:p>
            <a:r>
              <a:rPr lang="it-IT" sz="4400" dirty="0"/>
              <a:t>G2: </a:t>
            </a:r>
            <a:r>
              <a:rPr lang="it-IT" sz="4400" dirty="0" err="1"/>
              <a:t>Token</a:t>
            </a:r>
            <a:r>
              <a:rPr lang="it-IT" sz="4400" dirty="0"/>
              <a:t> </a:t>
            </a:r>
            <a:r>
              <a:rPr lang="it-IT" sz="4400" dirty="0" err="1"/>
              <a:t>count</a:t>
            </a:r>
            <a:endParaRPr lang="it-IT" sz="4400" dirty="0"/>
          </a:p>
        </p:txBody>
      </p:sp>
      <p:pic>
        <p:nvPicPr>
          <p:cNvPr id="5" name="Immagine 4" descr="Immagine che contiene testo, schermata, Policromia, Rettangolo&#10;&#10;Il contenuto generato dall'IA potrebbe non essere corretto.">
            <a:extLst>
              <a:ext uri="{FF2B5EF4-FFF2-40B4-BE49-F238E27FC236}">
                <a16:creationId xmlns="" xmlns:a16="http://schemas.microsoft.com/office/drawing/2014/main" id="{0491AEDA-D580-29E6-74F7-699C6F4C3E1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6241" y="1753627"/>
            <a:ext cx="7075346" cy="4351338"/>
          </a:xfrm>
          <a:prstGeom prst="rect">
            <a:avLst/>
          </a:prstGeom>
          <a:noFill/>
        </p:spPr>
      </p:pic>
      <p:sp>
        <p:nvSpPr>
          <p:cNvPr id="3" name="Rectangle 1">
            <a:extLst>
              <a:ext uri="{FF2B5EF4-FFF2-40B4-BE49-F238E27FC236}">
                <a16:creationId xmlns="" xmlns:a16="http://schemas.microsoft.com/office/drawing/2014/main" id="{497C34CE-67DC-9085-4ECE-4D0036E70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3326" y="2805911"/>
            <a:ext cx="465862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SAVA &amp; FVT reduce token count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Slight</a:t>
            </a:r>
            <a:r>
              <a:rPr kumimoji="0" lang="it-IT" altLang="it-IT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kumimoji="0" lang="it-IT" altLang="it-IT" sz="2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improvement</a:t>
            </a:r>
            <a:r>
              <a:rPr kumimoji="0" lang="it-IT" altLang="it-IT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</a:t>
            </a:r>
            <a:r>
              <a:rPr kumimoji="0" lang="it-IT" altLang="it-IT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tokenization</a:t>
            </a:r>
            <a:endParaRPr kumimoji="0" lang="it-IT" altLang="it-IT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5387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DB4CAC3-4CDA-6479-2758-339AB5DE6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0BA44FB7-E2E8-76B0-C232-BAED6DEF4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3035"/>
            <a:ext cx="10515600" cy="937653"/>
          </a:xfrm>
        </p:spPr>
        <p:txBody>
          <a:bodyPr rtlCol="0" anchor="t">
            <a:normAutofit/>
          </a:bodyPr>
          <a:lstStyle>
            <a:defPPr>
              <a:defRPr lang="it-IT"/>
            </a:defPPr>
          </a:lstStyle>
          <a:p>
            <a:r>
              <a:rPr lang="it-IT" sz="4400" dirty="0"/>
              <a:t>G2: </a:t>
            </a:r>
            <a:r>
              <a:rPr lang="it-IT" sz="4400" dirty="0" err="1"/>
              <a:t>Tokenization</a:t>
            </a:r>
            <a:r>
              <a:rPr lang="it-IT" sz="4400" dirty="0"/>
              <a:t> speed</a:t>
            </a:r>
          </a:p>
        </p:txBody>
      </p:sp>
      <p:pic>
        <p:nvPicPr>
          <p:cNvPr id="5" name="Immagine 4" descr="Immagine che contiene testo, schermata, Policromia, Rettangolo&#10;&#10;Il contenuto generato dall'IA potrebbe non essere corretto.">
            <a:extLst>
              <a:ext uri="{FF2B5EF4-FFF2-40B4-BE49-F238E27FC236}">
                <a16:creationId xmlns="" xmlns:a16="http://schemas.microsoft.com/office/drawing/2014/main" id="{27FEEE80-0CE7-3DEE-5DD4-EBD77FE510C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58327" y="1825625"/>
            <a:ext cx="7075346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460851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="" xmlns:a16="http://schemas.microsoft.com/office/drawing/2014/main" id="{DD59B0AB-A381-BCE8-B215-B9731A6662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53035"/>
            <a:ext cx="10515600" cy="93765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it-IT" sz="4400" dirty="0"/>
              <a:t>G3: </a:t>
            </a:r>
            <a:r>
              <a:rPr lang="it-IT" sz="4400" dirty="0" err="1"/>
              <a:t>Inference</a:t>
            </a:r>
            <a:r>
              <a:rPr lang="it-IT" sz="4400" dirty="0"/>
              <a:t> Time</a:t>
            </a:r>
            <a:endParaRPr kumimoji="0" lang="it-IT" altLang="it-IT" sz="4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7" name="Segnaposto contenuto 5" descr="Immagine che contiene testo, schermata, Rettangolo, diagramma&#10;&#10;Il contenuto generato dall'IA potrebbe non essere corretto.">
            <a:extLst>
              <a:ext uri="{FF2B5EF4-FFF2-40B4-BE49-F238E27FC236}">
                <a16:creationId xmlns="" xmlns:a16="http://schemas.microsoft.com/office/drawing/2014/main" id="{7B31A19D-B5D4-7C50-1558-11A89289A6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3627"/>
            <a:ext cx="7252230" cy="4351338"/>
          </a:xfrm>
          <a:noFill/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F7B3721-DF34-9FCB-7520-472F46D73F6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252229" y="3057421"/>
            <a:ext cx="437499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SAVA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achieves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fastest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inference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(~76%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</a:t>
            </a:r>
            <a:r>
              <a:rPr kumimoji="0" lang="it-IT" altLang="it-IT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fertility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directly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generation speed</a:t>
            </a:r>
          </a:p>
        </p:txBody>
      </p:sp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8CA167E-9228-B589-AF72-13AAAC9F8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42526AFA-50D0-CC6F-2FDA-4C23F2ACA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3035"/>
            <a:ext cx="10515600" cy="937653"/>
          </a:xfrm>
        </p:spPr>
        <p:txBody>
          <a:bodyPr rtlCol="0" anchor="t">
            <a:noAutofit/>
          </a:bodyPr>
          <a:lstStyle>
            <a:defPPr>
              <a:defRPr lang="it-IT"/>
            </a:defPPr>
          </a:lstStyle>
          <a:p>
            <a:r>
              <a:rPr lang="it-IT" sz="4400" dirty="0"/>
              <a:t>G4: Generative </a:t>
            </a:r>
            <a:r>
              <a:rPr lang="it-IT" sz="4400" dirty="0" err="1"/>
              <a:t>evaluation</a:t>
            </a:r>
            <a:r>
              <a:rPr lang="it-IT" sz="4400" dirty="0"/>
              <a:t> (BLEU/ROUGE)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="" xmlns:a16="http://schemas.microsoft.com/office/drawing/2014/main" id="{B7945701-A6D7-D1F1-E9F7-E5633E792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452065"/>
              </p:ext>
            </p:extLst>
          </p:nvPr>
        </p:nvGraphicFramePr>
        <p:xfrm>
          <a:off x="838468" y="2604121"/>
          <a:ext cx="10515336" cy="283436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459360">
                  <a:extLst>
                    <a:ext uri="{9D8B030D-6E8A-4147-A177-3AD203B41FA5}">
                      <a16:colId xmlns="" xmlns:a16="http://schemas.microsoft.com/office/drawing/2014/main" val="1109052682"/>
                    </a:ext>
                  </a:extLst>
                </a:gridCol>
                <a:gridCol w="1009461">
                  <a:extLst>
                    <a:ext uri="{9D8B030D-6E8A-4147-A177-3AD203B41FA5}">
                      <a16:colId xmlns="" xmlns:a16="http://schemas.microsoft.com/office/drawing/2014/main" val="3693781012"/>
                    </a:ext>
                  </a:extLst>
                </a:gridCol>
                <a:gridCol w="1290648">
                  <a:extLst>
                    <a:ext uri="{9D8B030D-6E8A-4147-A177-3AD203B41FA5}">
                      <a16:colId xmlns="" xmlns:a16="http://schemas.microsoft.com/office/drawing/2014/main" val="3302524691"/>
                    </a:ext>
                  </a:extLst>
                </a:gridCol>
                <a:gridCol w="1290648">
                  <a:extLst>
                    <a:ext uri="{9D8B030D-6E8A-4147-A177-3AD203B41FA5}">
                      <a16:colId xmlns="" xmlns:a16="http://schemas.microsoft.com/office/drawing/2014/main" val="135112628"/>
                    </a:ext>
                  </a:extLst>
                </a:gridCol>
                <a:gridCol w="1290648">
                  <a:extLst>
                    <a:ext uri="{9D8B030D-6E8A-4147-A177-3AD203B41FA5}">
                      <a16:colId xmlns="" xmlns:a16="http://schemas.microsoft.com/office/drawing/2014/main" val="1602580058"/>
                    </a:ext>
                  </a:extLst>
                </a:gridCol>
                <a:gridCol w="2074105">
                  <a:extLst>
                    <a:ext uri="{9D8B030D-6E8A-4147-A177-3AD203B41FA5}">
                      <a16:colId xmlns="" xmlns:a16="http://schemas.microsoft.com/office/drawing/2014/main" val="1315196767"/>
                    </a:ext>
                  </a:extLst>
                </a:gridCol>
                <a:gridCol w="2100466">
                  <a:extLst>
                    <a:ext uri="{9D8B030D-6E8A-4147-A177-3AD203B41FA5}">
                      <a16:colId xmlns="" xmlns:a16="http://schemas.microsoft.com/office/drawing/2014/main" val="1441891564"/>
                    </a:ext>
                  </a:extLst>
                </a:gridCol>
              </a:tblGrid>
              <a:tr h="749082">
                <a:tc>
                  <a:txBody>
                    <a:bodyPr/>
                    <a:lstStyle/>
                    <a:p>
                      <a:r>
                        <a:rPr lang="it-IT" sz="2000"/>
                        <a:t>Tokenizer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BLEU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ROUGE-1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ROUGE-2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ROUGE-L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Avg_latency_MT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Avg_Latency_QA</a:t>
                      </a:r>
                    </a:p>
                  </a:txBody>
                  <a:tcPr marL="101227" marR="101227" marT="50614" marB="50614"/>
                </a:tc>
                <a:extLst>
                  <a:ext uri="{0D108BD9-81ED-4DB2-BD59-A6C34878D82A}">
                    <a16:rowId xmlns="" xmlns:a16="http://schemas.microsoft.com/office/drawing/2014/main" val="4166063576"/>
                  </a:ext>
                </a:extLst>
              </a:tr>
              <a:tr h="749082">
                <a:tc>
                  <a:txBody>
                    <a:bodyPr/>
                    <a:lstStyle/>
                    <a:p>
                      <a:r>
                        <a:rPr lang="it-IT" sz="2000"/>
                        <a:t>LLaMA3.1-Base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0.25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0.08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0.06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0.08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1.83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0.90</a:t>
                      </a:r>
                    </a:p>
                  </a:txBody>
                  <a:tcPr marL="101227" marR="101227" marT="50614" marB="50614"/>
                </a:tc>
                <a:extLst>
                  <a:ext uri="{0D108BD9-81ED-4DB2-BD59-A6C34878D82A}">
                    <a16:rowId xmlns="" xmlns:a16="http://schemas.microsoft.com/office/drawing/2014/main" val="1873798066"/>
                  </a:ext>
                </a:extLst>
              </a:tr>
              <a:tr h="445400">
                <a:tc>
                  <a:txBody>
                    <a:bodyPr/>
                    <a:lstStyle/>
                    <a:p>
                      <a:r>
                        <a:rPr lang="it-IT" sz="2000"/>
                        <a:t>LAPT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0.26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0.21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0.14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0.20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1.81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1.09</a:t>
                      </a:r>
                    </a:p>
                  </a:txBody>
                  <a:tcPr marL="101227" marR="101227" marT="50614" marB="50614"/>
                </a:tc>
                <a:extLst>
                  <a:ext uri="{0D108BD9-81ED-4DB2-BD59-A6C34878D82A}">
                    <a16:rowId xmlns="" xmlns:a16="http://schemas.microsoft.com/office/drawing/2014/main" val="3475611306"/>
                  </a:ext>
                </a:extLst>
              </a:tr>
              <a:tr h="445400">
                <a:tc>
                  <a:txBody>
                    <a:bodyPr/>
                    <a:lstStyle/>
                    <a:p>
                      <a:r>
                        <a:rPr lang="it-IT" sz="2000"/>
                        <a:t>SAVA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0.20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0.27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0.21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0.25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1.79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1.09</a:t>
                      </a:r>
                    </a:p>
                  </a:txBody>
                  <a:tcPr marL="101227" marR="101227" marT="50614" marB="50614"/>
                </a:tc>
                <a:extLst>
                  <a:ext uri="{0D108BD9-81ED-4DB2-BD59-A6C34878D82A}">
                    <a16:rowId xmlns="" xmlns:a16="http://schemas.microsoft.com/office/drawing/2014/main" val="1548144465"/>
                  </a:ext>
                </a:extLst>
              </a:tr>
              <a:tr h="445400">
                <a:tc>
                  <a:txBody>
                    <a:bodyPr/>
                    <a:lstStyle/>
                    <a:p>
                      <a:r>
                        <a:rPr lang="it-IT" sz="2000"/>
                        <a:t>FVT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0.20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0.22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0.16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0.20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1.79</a:t>
                      </a:r>
                    </a:p>
                  </a:txBody>
                  <a:tcPr marL="101227" marR="101227" marT="50614" marB="50614"/>
                </a:tc>
                <a:tc>
                  <a:txBody>
                    <a:bodyPr/>
                    <a:lstStyle/>
                    <a:p>
                      <a:r>
                        <a:rPr lang="it-IT" sz="2000" dirty="0"/>
                        <a:t>1.07</a:t>
                      </a:r>
                    </a:p>
                  </a:txBody>
                  <a:tcPr marL="101227" marR="101227" marT="50614" marB="50614"/>
                </a:tc>
                <a:extLst>
                  <a:ext uri="{0D108BD9-81ED-4DB2-BD59-A6C34878D82A}">
                    <a16:rowId xmlns="" xmlns:a16="http://schemas.microsoft.com/office/drawing/2014/main" val="1378074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446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337BBE5-9A30-88A8-21E3-800584DD3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0AA42D7A-36D3-0DDF-DA94-91025E76F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945931"/>
            <a:ext cx="10873740" cy="837149"/>
          </a:xfrm>
        </p:spPr>
        <p:txBody>
          <a:bodyPr rtlCol="0" anchor="b">
            <a:normAutofit/>
          </a:bodyPr>
          <a:lstStyle>
            <a:defPPr>
              <a:defRPr lang="it-IT"/>
            </a:defPPr>
          </a:lstStyle>
          <a:p>
            <a:r>
              <a:rPr lang="it-IT" dirty="0" smtClean="0">
                <a:solidFill>
                  <a:srgbClr val="D50031"/>
                </a:solidFill>
              </a:rPr>
              <a:t>CONCLUSIONS</a:t>
            </a:r>
            <a:endParaRPr lang="it-IT" dirty="0">
              <a:solidFill>
                <a:srgbClr val="D50031"/>
              </a:solidFill>
            </a:endParaRPr>
          </a:p>
        </p:txBody>
      </p:sp>
      <p:graphicFrame>
        <p:nvGraphicFramePr>
          <p:cNvPr id="7" name="Segnaposto testo 2">
            <a:extLst>
              <a:ext uri="{FF2B5EF4-FFF2-40B4-BE49-F238E27FC236}">
                <a16:creationId xmlns="" xmlns:a16="http://schemas.microsoft.com/office/drawing/2014/main" id="{FD3A6AFC-CE77-F3EE-109E-F84A99DB340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03155473"/>
              </p:ext>
            </p:extLst>
          </p:nvPr>
        </p:nvGraphicFramePr>
        <p:xfrm>
          <a:off x="4494744" y="2311680"/>
          <a:ext cx="4897171" cy="39725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9" name="Group 38">
            <a:extLst>
              <a:ext uri="{FF2B5EF4-FFF2-40B4-BE49-F238E27FC236}">
                <a16:creationId xmlns="" xmlns:a16="http://schemas.microsoft.com/office/drawing/2014/main" id="{1995A300-679A-1AD2-A4A3-4DA0C02035A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391915" y="2663027"/>
            <a:ext cx="495299" cy="492126"/>
            <a:chOff x="1208088" y="2041525"/>
            <a:chExt cx="495299" cy="492126"/>
          </a:xfrm>
        </p:grpSpPr>
        <p:sp>
          <p:nvSpPr>
            <p:cNvPr id="10" name="Freeform 24">
              <a:extLst>
                <a:ext uri="{FF2B5EF4-FFF2-40B4-BE49-F238E27FC236}">
                  <a16:creationId xmlns="" xmlns:a16="http://schemas.microsoft.com/office/drawing/2014/main" id="{667C5F11-F519-EF69-1AF6-A83C914A00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1438" y="2260600"/>
              <a:ext cx="92075" cy="273050"/>
            </a:xfrm>
            <a:custGeom>
              <a:avLst/>
              <a:gdLst>
                <a:gd name="T0" fmla="*/ 22 w 24"/>
                <a:gd name="T1" fmla="*/ 0 h 71"/>
                <a:gd name="T2" fmla="*/ 2 w 24"/>
                <a:gd name="T3" fmla="*/ 0 h 71"/>
                <a:gd name="T4" fmla="*/ 0 w 24"/>
                <a:gd name="T5" fmla="*/ 2 h 71"/>
                <a:gd name="T6" fmla="*/ 0 w 24"/>
                <a:gd name="T7" fmla="*/ 70 h 71"/>
                <a:gd name="T8" fmla="*/ 2 w 24"/>
                <a:gd name="T9" fmla="*/ 71 h 71"/>
                <a:gd name="T10" fmla="*/ 22 w 24"/>
                <a:gd name="T11" fmla="*/ 71 h 71"/>
                <a:gd name="T12" fmla="*/ 24 w 24"/>
                <a:gd name="T13" fmla="*/ 70 h 71"/>
                <a:gd name="T14" fmla="*/ 24 w 24"/>
                <a:gd name="T15" fmla="*/ 2 h 71"/>
                <a:gd name="T16" fmla="*/ 22 w 24"/>
                <a:gd name="T17" fmla="*/ 0 h 71"/>
                <a:gd name="T18" fmla="*/ 20 w 24"/>
                <a:gd name="T19" fmla="*/ 68 h 71"/>
                <a:gd name="T20" fmla="*/ 4 w 24"/>
                <a:gd name="T21" fmla="*/ 68 h 71"/>
                <a:gd name="T22" fmla="*/ 4 w 24"/>
                <a:gd name="T23" fmla="*/ 4 h 71"/>
                <a:gd name="T24" fmla="*/ 20 w 24"/>
                <a:gd name="T25" fmla="*/ 4 h 71"/>
                <a:gd name="T26" fmla="*/ 20 w 24"/>
                <a:gd name="T27" fmla="*/ 68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71">
                  <a:moveTo>
                    <a:pt x="2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1"/>
                    <a:pt x="1" y="71"/>
                    <a:pt x="2" y="71"/>
                  </a:cubicBezTo>
                  <a:cubicBezTo>
                    <a:pt x="22" y="71"/>
                    <a:pt x="22" y="71"/>
                    <a:pt x="22" y="71"/>
                  </a:cubicBezTo>
                  <a:cubicBezTo>
                    <a:pt x="23" y="71"/>
                    <a:pt x="24" y="71"/>
                    <a:pt x="24" y="70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3" y="0"/>
                    <a:pt x="22" y="0"/>
                  </a:cubicBezTo>
                  <a:close/>
                  <a:moveTo>
                    <a:pt x="20" y="68"/>
                  </a:moveTo>
                  <a:cubicBezTo>
                    <a:pt x="4" y="68"/>
                    <a:pt x="4" y="68"/>
                    <a:pt x="4" y="68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20" y="4"/>
                    <a:pt x="20" y="4"/>
                    <a:pt x="20" y="4"/>
                  </a:cubicBezTo>
                  <a:lnTo>
                    <a:pt x="20" y="68"/>
                  </a:lnTo>
                  <a:close/>
                </a:path>
              </a:pathLst>
            </a:custGeom>
            <a:ln/>
            <a:ex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5">
              <a:extLst>
                <a:ext uri="{FF2B5EF4-FFF2-40B4-BE49-F238E27FC236}">
                  <a16:creationId xmlns="" xmlns:a16="http://schemas.microsoft.com/office/drawing/2014/main" id="{D5AFE3FA-B4D0-05C3-B378-541B57EE75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3200" y="2349500"/>
              <a:ext cx="92075" cy="184150"/>
            </a:xfrm>
            <a:custGeom>
              <a:avLst/>
              <a:gdLst>
                <a:gd name="T0" fmla="*/ 23 w 24"/>
                <a:gd name="T1" fmla="*/ 0 h 48"/>
                <a:gd name="T2" fmla="*/ 2 w 24"/>
                <a:gd name="T3" fmla="*/ 0 h 48"/>
                <a:gd name="T4" fmla="*/ 0 w 24"/>
                <a:gd name="T5" fmla="*/ 2 h 48"/>
                <a:gd name="T6" fmla="*/ 0 w 24"/>
                <a:gd name="T7" fmla="*/ 47 h 48"/>
                <a:gd name="T8" fmla="*/ 2 w 24"/>
                <a:gd name="T9" fmla="*/ 48 h 48"/>
                <a:gd name="T10" fmla="*/ 23 w 24"/>
                <a:gd name="T11" fmla="*/ 48 h 48"/>
                <a:gd name="T12" fmla="*/ 24 w 24"/>
                <a:gd name="T13" fmla="*/ 47 h 48"/>
                <a:gd name="T14" fmla="*/ 24 w 24"/>
                <a:gd name="T15" fmla="*/ 2 h 48"/>
                <a:gd name="T16" fmla="*/ 23 w 24"/>
                <a:gd name="T17" fmla="*/ 0 h 48"/>
                <a:gd name="T18" fmla="*/ 21 w 24"/>
                <a:gd name="T19" fmla="*/ 45 h 48"/>
                <a:gd name="T20" fmla="*/ 4 w 24"/>
                <a:gd name="T21" fmla="*/ 45 h 48"/>
                <a:gd name="T22" fmla="*/ 4 w 24"/>
                <a:gd name="T23" fmla="*/ 3 h 48"/>
                <a:gd name="T24" fmla="*/ 21 w 24"/>
                <a:gd name="T25" fmla="*/ 3 h 48"/>
                <a:gd name="T26" fmla="*/ 21 w 24"/>
                <a:gd name="T27" fmla="*/ 4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48">
                  <a:moveTo>
                    <a:pt x="2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8"/>
                    <a:pt x="1" y="48"/>
                    <a:pt x="2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4" y="48"/>
                    <a:pt x="24" y="48"/>
                    <a:pt x="24" y="47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4" y="0"/>
                    <a:pt x="23" y="0"/>
                  </a:cubicBezTo>
                  <a:close/>
                  <a:moveTo>
                    <a:pt x="21" y="45"/>
                  </a:moveTo>
                  <a:cubicBezTo>
                    <a:pt x="4" y="45"/>
                    <a:pt x="4" y="45"/>
                    <a:pt x="4" y="4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1" y="3"/>
                    <a:pt x="21" y="3"/>
                    <a:pt x="21" y="3"/>
                  </a:cubicBezTo>
                  <a:lnTo>
                    <a:pt x="21" y="45"/>
                  </a:lnTo>
                  <a:close/>
                </a:path>
              </a:pathLst>
            </a:custGeom>
            <a:ln/>
            <a:ex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6">
              <a:extLst>
                <a:ext uri="{FF2B5EF4-FFF2-40B4-BE49-F238E27FC236}">
                  <a16:creationId xmlns="" xmlns:a16="http://schemas.microsoft.com/office/drawing/2014/main" id="{8B5CC686-0265-D93B-D53F-3CD6A927C6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06550" y="2433638"/>
              <a:ext cx="93662" cy="100013"/>
            </a:xfrm>
            <a:custGeom>
              <a:avLst/>
              <a:gdLst>
                <a:gd name="T0" fmla="*/ 22 w 24"/>
                <a:gd name="T1" fmla="*/ 0 h 26"/>
                <a:gd name="T2" fmla="*/ 2 w 24"/>
                <a:gd name="T3" fmla="*/ 0 h 26"/>
                <a:gd name="T4" fmla="*/ 0 w 24"/>
                <a:gd name="T5" fmla="*/ 2 h 26"/>
                <a:gd name="T6" fmla="*/ 0 w 24"/>
                <a:gd name="T7" fmla="*/ 25 h 26"/>
                <a:gd name="T8" fmla="*/ 2 w 24"/>
                <a:gd name="T9" fmla="*/ 26 h 26"/>
                <a:gd name="T10" fmla="*/ 22 w 24"/>
                <a:gd name="T11" fmla="*/ 26 h 26"/>
                <a:gd name="T12" fmla="*/ 24 w 24"/>
                <a:gd name="T13" fmla="*/ 25 h 26"/>
                <a:gd name="T14" fmla="*/ 24 w 24"/>
                <a:gd name="T15" fmla="*/ 2 h 26"/>
                <a:gd name="T16" fmla="*/ 22 w 24"/>
                <a:gd name="T17" fmla="*/ 0 h 26"/>
                <a:gd name="T18" fmla="*/ 20 w 24"/>
                <a:gd name="T19" fmla="*/ 23 h 26"/>
                <a:gd name="T20" fmla="*/ 3 w 24"/>
                <a:gd name="T21" fmla="*/ 23 h 26"/>
                <a:gd name="T22" fmla="*/ 3 w 24"/>
                <a:gd name="T23" fmla="*/ 4 h 26"/>
                <a:gd name="T24" fmla="*/ 20 w 24"/>
                <a:gd name="T25" fmla="*/ 4 h 26"/>
                <a:gd name="T26" fmla="*/ 20 w 24"/>
                <a:gd name="T27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26">
                  <a:moveTo>
                    <a:pt x="2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6"/>
                    <a:pt x="24" y="26"/>
                    <a:pt x="24" y="25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3" y="0"/>
                    <a:pt x="22" y="0"/>
                  </a:cubicBezTo>
                  <a:close/>
                  <a:moveTo>
                    <a:pt x="20" y="23"/>
                  </a:moveTo>
                  <a:cubicBezTo>
                    <a:pt x="3" y="23"/>
                    <a:pt x="3" y="23"/>
                    <a:pt x="3" y="2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0" y="4"/>
                    <a:pt x="20" y="4"/>
                    <a:pt x="20" y="4"/>
                  </a:cubicBezTo>
                  <a:lnTo>
                    <a:pt x="20" y="23"/>
                  </a:lnTo>
                  <a:close/>
                </a:path>
              </a:pathLst>
            </a:custGeom>
            <a:ln/>
            <a:ex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7">
              <a:extLst>
                <a:ext uri="{FF2B5EF4-FFF2-40B4-BE49-F238E27FC236}">
                  <a16:creationId xmlns="" xmlns:a16="http://schemas.microsoft.com/office/drawing/2014/main" id="{6AA7433B-3105-3C33-2990-EB81BFE612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11263" y="2176463"/>
              <a:ext cx="88900" cy="357188"/>
            </a:xfrm>
            <a:custGeom>
              <a:avLst/>
              <a:gdLst>
                <a:gd name="T0" fmla="*/ 22 w 23"/>
                <a:gd name="T1" fmla="*/ 0 h 93"/>
                <a:gd name="T2" fmla="*/ 1 w 23"/>
                <a:gd name="T3" fmla="*/ 0 h 93"/>
                <a:gd name="T4" fmla="*/ 0 w 23"/>
                <a:gd name="T5" fmla="*/ 2 h 93"/>
                <a:gd name="T6" fmla="*/ 0 w 23"/>
                <a:gd name="T7" fmla="*/ 92 h 93"/>
                <a:gd name="T8" fmla="*/ 1 w 23"/>
                <a:gd name="T9" fmla="*/ 93 h 93"/>
                <a:gd name="T10" fmla="*/ 22 w 23"/>
                <a:gd name="T11" fmla="*/ 93 h 93"/>
                <a:gd name="T12" fmla="*/ 23 w 23"/>
                <a:gd name="T13" fmla="*/ 92 h 93"/>
                <a:gd name="T14" fmla="*/ 23 w 23"/>
                <a:gd name="T15" fmla="*/ 2 h 93"/>
                <a:gd name="T16" fmla="*/ 22 w 23"/>
                <a:gd name="T17" fmla="*/ 0 h 93"/>
                <a:gd name="T18" fmla="*/ 20 w 23"/>
                <a:gd name="T19" fmla="*/ 90 h 93"/>
                <a:gd name="T20" fmla="*/ 3 w 23"/>
                <a:gd name="T21" fmla="*/ 90 h 93"/>
                <a:gd name="T22" fmla="*/ 3 w 23"/>
                <a:gd name="T23" fmla="*/ 3 h 93"/>
                <a:gd name="T24" fmla="*/ 20 w 23"/>
                <a:gd name="T25" fmla="*/ 3 h 93"/>
                <a:gd name="T26" fmla="*/ 20 w 23"/>
                <a:gd name="T27" fmla="*/ 9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93">
                  <a:moveTo>
                    <a:pt x="2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3"/>
                    <a:pt x="0" y="93"/>
                    <a:pt x="1" y="93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3" y="93"/>
                    <a:pt x="23" y="93"/>
                    <a:pt x="23" y="9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1"/>
                    <a:pt x="23" y="0"/>
                    <a:pt x="22" y="0"/>
                  </a:cubicBezTo>
                  <a:close/>
                  <a:moveTo>
                    <a:pt x="20" y="90"/>
                  </a:moveTo>
                  <a:cubicBezTo>
                    <a:pt x="3" y="90"/>
                    <a:pt x="3" y="90"/>
                    <a:pt x="3" y="9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0" y="3"/>
                    <a:pt x="20" y="3"/>
                    <a:pt x="20" y="3"/>
                  </a:cubicBezTo>
                  <a:lnTo>
                    <a:pt x="20" y="90"/>
                  </a:lnTo>
                  <a:close/>
                </a:path>
              </a:pathLst>
            </a:custGeom>
            <a:ln/>
            <a:ex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8">
              <a:extLst>
                <a:ext uri="{FF2B5EF4-FFF2-40B4-BE49-F238E27FC236}">
                  <a16:creationId xmlns="" xmlns:a16="http://schemas.microsoft.com/office/drawing/2014/main" id="{1E57DB71-E5F6-71A2-679F-3D2F4CBC22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8088" y="2041525"/>
              <a:ext cx="495299" cy="333375"/>
            </a:xfrm>
            <a:custGeom>
              <a:avLst/>
              <a:gdLst>
                <a:gd name="T0" fmla="*/ 128 w 129"/>
                <a:gd name="T1" fmla="*/ 80 h 87"/>
                <a:gd name="T2" fmla="*/ 124 w 129"/>
                <a:gd name="T3" fmla="*/ 60 h 87"/>
                <a:gd name="T4" fmla="*/ 122 w 129"/>
                <a:gd name="T5" fmla="*/ 59 h 87"/>
                <a:gd name="T6" fmla="*/ 121 w 129"/>
                <a:gd name="T7" fmla="*/ 60 h 87"/>
                <a:gd name="T8" fmla="*/ 114 w 129"/>
                <a:gd name="T9" fmla="*/ 71 h 87"/>
                <a:gd name="T10" fmla="*/ 3 w 129"/>
                <a:gd name="T11" fmla="*/ 1 h 87"/>
                <a:gd name="T12" fmla="*/ 1 w 129"/>
                <a:gd name="T13" fmla="*/ 1 h 87"/>
                <a:gd name="T14" fmla="*/ 1 w 129"/>
                <a:gd name="T15" fmla="*/ 4 h 87"/>
                <a:gd name="T16" fmla="*/ 112 w 129"/>
                <a:gd name="T17" fmla="*/ 74 h 87"/>
                <a:gd name="T18" fmla="*/ 105 w 129"/>
                <a:gd name="T19" fmla="*/ 84 h 87"/>
                <a:gd name="T20" fmla="*/ 105 w 129"/>
                <a:gd name="T21" fmla="*/ 86 h 87"/>
                <a:gd name="T22" fmla="*/ 106 w 129"/>
                <a:gd name="T23" fmla="*/ 87 h 87"/>
                <a:gd name="T24" fmla="*/ 107 w 129"/>
                <a:gd name="T25" fmla="*/ 87 h 87"/>
                <a:gd name="T26" fmla="*/ 127 w 129"/>
                <a:gd name="T27" fmla="*/ 83 h 87"/>
                <a:gd name="T28" fmla="*/ 128 w 129"/>
                <a:gd name="T29" fmla="*/ 82 h 87"/>
                <a:gd name="T30" fmla="*/ 128 w 129"/>
                <a:gd name="T31" fmla="*/ 80 h 87"/>
                <a:gd name="T32" fmla="*/ 110 w 129"/>
                <a:gd name="T33" fmla="*/ 83 h 87"/>
                <a:gd name="T34" fmla="*/ 121 w 129"/>
                <a:gd name="T35" fmla="*/ 65 h 87"/>
                <a:gd name="T36" fmla="*/ 125 w 129"/>
                <a:gd name="T37" fmla="*/ 80 h 87"/>
                <a:gd name="T38" fmla="*/ 110 w 129"/>
                <a:gd name="T39" fmla="*/ 8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9" h="87">
                  <a:moveTo>
                    <a:pt x="128" y="80"/>
                  </a:moveTo>
                  <a:cubicBezTo>
                    <a:pt x="124" y="60"/>
                    <a:pt x="124" y="60"/>
                    <a:pt x="124" y="60"/>
                  </a:cubicBezTo>
                  <a:cubicBezTo>
                    <a:pt x="124" y="59"/>
                    <a:pt x="123" y="59"/>
                    <a:pt x="122" y="59"/>
                  </a:cubicBezTo>
                  <a:cubicBezTo>
                    <a:pt x="122" y="59"/>
                    <a:pt x="121" y="59"/>
                    <a:pt x="121" y="60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1" y="3"/>
                    <a:pt x="1" y="4"/>
                  </a:cubicBezTo>
                  <a:cubicBezTo>
                    <a:pt x="112" y="74"/>
                    <a:pt x="112" y="74"/>
                    <a:pt x="112" y="74"/>
                  </a:cubicBezTo>
                  <a:cubicBezTo>
                    <a:pt x="105" y="84"/>
                    <a:pt x="105" y="84"/>
                    <a:pt x="105" y="84"/>
                  </a:cubicBezTo>
                  <a:cubicBezTo>
                    <a:pt x="104" y="85"/>
                    <a:pt x="104" y="86"/>
                    <a:pt x="105" y="86"/>
                  </a:cubicBezTo>
                  <a:cubicBezTo>
                    <a:pt x="105" y="87"/>
                    <a:pt x="106" y="87"/>
                    <a:pt x="106" y="87"/>
                  </a:cubicBezTo>
                  <a:cubicBezTo>
                    <a:pt x="106" y="87"/>
                    <a:pt x="107" y="87"/>
                    <a:pt x="107" y="87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28" y="83"/>
                    <a:pt x="128" y="82"/>
                    <a:pt x="128" y="82"/>
                  </a:cubicBezTo>
                  <a:cubicBezTo>
                    <a:pt x="128" y="81"/>
                    <a:pt x="129" y="81"/>
                    <a:pt x="128" y="80"/>
                  </a:cubicBezTo>
                  <a:close/>
                  <a:moveTo>
                    <a:pt x="110" y="83"/>
                  </a:moveTo>
                  <a:cubicBezTo>
                    <a:pt x="121" y="65"/>
                    <a:pt x="121" y="65"/>
                    <a:pt x="121" y="65"/>
                  </a:cubicBezTo>
                  <a:cubicBezTo>
                    <a:pt x="125" y="80"/>
                    <a:pt x="125" y="80"/>
                    <a:pt x="125" y="80"/>
                  </a:cubicBezTo>
                  <a:lnTo>
                    <a:pt x="110" y="83"/>
                  </a:lnTo>
                  <a:close/>
                </a:path>
              </a:pathLst>
            </a:custGeom>
            <a:ln/>
            <a:ex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5" name="Group 38">
            <a:extLst>
              <a:ext uri="{FF2B5EF4-FFF2-40B4-BE49-F238E27FC236}">
                <a16:creationId xmlns="" xmlns:a16="http://schemas.microsoft.com/office/drawing/2014/main" id="{1995A300-679A-1AD2-A4A3-4DA0C02035A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00408" y="4906647"/>
            <a:ext cx="495299" cy="492126"/>
            <a:chOff x="1208088" y="2041525"/>
            <a:chExt cx="495299" cy="492126"/>
          </a:xfrm>
        </p:grpSpPr>
        <p:sp>
          <p:nvSpPr>
            <p:cNvPr id="16" name="Freeform 24">
              <a:extLst>
                <a:ext uri="{FF2B5EF4-FFF2-40B4-BE49-F238E27FC236}">
                  <a16:creationId xmlns="" xmlns:a16="http://schemas.microsoft.com/office/drawing/2014/main" id="{667C5F11-F519-EF69-1AF6-A83C914A00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1438" y="2260600"/>
              <a:ext cx="92075" cy="273050"/>
            </a:xfrm>
            <a:custGeom>
              <a:avLst/>
              <a:gdLst>
                <a:gd name="T0" fmla="*/ 22 w 24"/>
                <a:gd name="T1" fmla="*/ 0 h 71"/>
                <a:gd name="T2" fmla="*/ 2 w 24"/>
                <a:gd name="T3" fmla="*/ 0 h 71"/>
                <a:gd name="T4" fmla="*/ 0 w 24"/>
                <a:gd name="T5" fmla="*/ 2 h 71"/>
                <a:gd name="T6" fmla="*/ 0 w 24"/>
                <a:gd name="T7" fmla="*/ 70 h 71"/>
                <a:gd name="T8" fmla="*/ 2 w 24"/>
                <a:gd name="T9" fmla="*/ 71 h 71"/>
                <a:gd name="T10" fmla="*/ 22 w 24"/>
                <a:gd name="T11" fmla="*/ 71 h 71"/>
                <a:gd name="T12" fmla="*/ 24 w 24"/>
                <a:gd name="T13" fmla="*/ 70 h 71"/>
                <a:gd name="T14" fmla="*/ 24 w 24"/>
                <a:gd name="T15" fmla="*/ 2 h 71"/>
                <a:gd name="T16" fmla="*/ 22 w 24"/>
                <a:gd name="T17" fmla="*/ 0 h 71"/>
                <a:gd name="T18" fmla="*/ 20 w 24"/>
                <a:gd name="T19" fmla="*/ 68 h 71"/>
                <a:gd name="T20" fmla="*/ 4 w 24"/>
                <a:gd name="T21" fmla="*/ 68 h 71"/>
                <a:gd name="T22" fmla="*/ 4 w 24"/>
                <a:gd name="T23" fmla="*/ 4 h 71"/>
                <a:gd name="T24" fmla="*/ 20 w 24"/>
                <a:gd name="T25" fmla="*/ 4 h 71"/>
                <a:gd name="T26" fmla="*/ 20 w 24"/>
                <a:gd name="T27" fmla="*/ 68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71">
                  <a:moveTo>
                    <a:pt x="2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1"/>
                    <a:pt x="1" y="71"/>
                    <a:pt x="2" y="71"/>
                  </a:cubicBezTo>
                  <a:cubicBezTo>
                    <a:pt x="22" y="71"/>
                    <a:pt x="22" y="71"/>
                    <a:pt x="22" y="71"/>
                  </a:cubicBezTo>
                  <a:cubicBezTo>
                    <a:pt x="23" y="71"/>
                    <a:pt x="24" y="71"/>
                    <a:pt x="24" y="70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3" y="0"/>
                    <a:pt x="22" y="0"/>
                  </a:cubicBezTo>
                  <a:close/>
                  <a:moveTo>
                    <a:pt x="20" y="68"/>
                  </a:moveTo>
                  <a:cubicBezTo>
                    <a:pt x="4" y="68"/>
                    <a:pt x="4" y="68"/>
                    <a:pt x="4" y="68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20" y="4"/>
                    <a:pt x="20" y="4"/>
                    <a:pt x="20" y="4"/>
                  </a:cubicBezTo>
                  <a:lnTo>
                    <a:pt x="20" y="68"/>
                  </a:lnTo>
                  <a:close/>
                </a:path>
              </a:pathLst>
            </a:custGeom>
            <a:ln/>
            <a:ex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5">
              <a:extLst>
                <a:ext uri="{FF2B5EF4-FFF2-40B4-BE49-F238E27FC236}">
                  <a16:creationId xmlns="" xmlns:a16="http://schemas.microsoft.com/office/drawing/2014/main" id="{D5AFE3FA-B4D0-05C3-B378-541B57EE75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3200" y="2349500"/>
              <a:ext cx="92075" cy="184150"/>
            </a:xfrm>
            <a:custGeom>
              <a:avLst/>
              <a:gdLst>
                <a:gd name="T0" fmla="*/ 23 w 24"/>
                <a:gd name="T1" fmla="*/ 0 h 48"/>
                <a:gd name="T2" fmla="*/ 2 w 24"/>
                <a:gd name="T3" fmla="*/ 0 h 48"/>
                <a:gd name="T4" fmla="*/ 0 w 24"/>
                <a:gd name="T5" fmla="*/ 2 h 48"/>
                <a:gd name="T6" fmla="*/ 0 w 24"/>
                <a:gd name="T7" fmla="*/ 47 h 48"/>
                <a:gd name="T8" fmla="*/ 2 w 24"/>
                <a:gd name="T9" fmla="*/ 48 h 48"/>
                <a:gd name="T10" fmla="*/ 23 w 24"/>
                <a:gd name="T11" fmla="*/ 48 h 48"/>
                <a:gd name="T12" fmla="*/ 24 w 24"/>
                <a:gd name="T13" fmla="*/ 47 h 48"/>
                <a:gd name="T14" fmla="*/ 24 w 24"/>
                <a:gd name="T15" fmla="*/ 2 h 48"/>
                <a:gd name="T16" fmla="*/ 23 w 24"/>
                <a:gd name="T17" fmla="*/ 0 h 48"/>
                <a:gd name="T18" fmla="*/ 21 w 24"/>
                <a:gd name="T19" fmla="*/ 45 h 48"/>
                <a:gd name="T20" fmla="*/ 4 w 24"/>
                <a:gd name="T21" fmla="*/ 45 h 48"/>
                <a:gd name="T22" fmla="*/ 4 w 24"/>
                <a:gd name="T23" fmla="*/ 3 h 48"/>
                <a:gd name="T24" fmla="*/ 21 w 24"/>
                <a:gd name="T25" fmla="*/ 3 h 48"/>
                <a:gd name="T26" fmla="*/ 21 w 24"/>
                <a:gd name="T27" fmla="*/ 4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48">
                  <a:moveTo>
                    <a:pt x="2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8"/>
                    <a:pt x="1" y="48"/>
                    <a:pt x="2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4" y="48"/>
                    <a:pt x="24" y="48"/>
                    <a:pt x="24" y="47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4" y="0"/>
                    <a:pt x="23" y="0"/>
                  </a:cubicBezTo>
                  <a:close/>
                  <a:moveTo>
                    <a:pt x="21" y="45"/>
                  </a:moveTo>
                  <a:cubicBezTo>
                    <a:pt x="4" y="45"/>
                    <a:pt x="4" y="45"/>
                    <a:pt x="4" y="4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1" y="3"/>
                    <a:pt x="21" y="3"/>
                    <a:pt x="21" y="3"/>
                  </a:cubicBezTo>
                  <a:lnTo>
                    <a:pt x="21" y="45"/>
                  </a:lnTo>
                  <a:close/>
                </a:path>
              </a:pathLst>
            </a:custGeom>
            <a:ln/>
            <a:ex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6">
              <a:extLst>
                <a:ext uri="{FF2B5EF4-FFF2-40B4-BE49-F238E27FC236}">
                  <a16:creationId xmlns="" xmlns:a16="http://schemas.microsoft.com/office/drawing/2014/main" id="{8B5CC686-0265-D93B-D53F-3CD6A927C6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06550" y="2433638"/>
              <a:ext cx="93662" cy="100013"/>
            </a:xfrm>
            <a:custGeom>
              <a:avLst/>
              <a:gdLst>
                <a:gd name="T0" fmla="*/ 22 w 24"/>
                <a:gd name="T1" fmla="*/ 0 h 26"/>
                <a:gd name="T2" fmla="*/ 2 w 24"/>
                <a:gd name="T3" fmla="*/ 0 h 26"/>
                <a:gd name="T4" fmla="*/ 0 w 24"/>
                <a:gd name="T5" fmla="*/ 2 h 26"/>
                <a:gd name="T6" fmla="*/ 0 w 24"/>
                <a:gd name="T7" fmla="*/ 25 h 26"/>
                <a:gd name="T8" fmla="*/ 2 w 24"/>
                <a:gd name="T9" fmla="*/ 26 h 26"/>
                <a:gd name="T10" fmla="*/ 22 w 24"/>
                <a:gd name="T11" fmla="*/ 26 h 26"/>
                <a:gd name="T12" fmla="*/ 24 w 24"/>
                <a:gd name="T13" fmla="*/ 25 h 26"/>
                <a:gd name="T14" fmla="*/ 24 w 24"/>
                <a:gd name="T15" fmla="*/ 2 h 26"/>
                <a:gd name="T16" fmla="*/ 22 w 24"/>
                <a:gd name="T17" fmla="*/ 0 h 26"/>
                <a:gd name="T18" fmla="*/ 20 w 24"/>
                <a:gd name="T19" fmla="*/ 23 h 26"/>
                <a:gd name="T20" fmla="*/ 3 w 24"/>
                <a:gd name="T21" fmla="*/ 23 h 26"/>
                <a:gd name="T22" fmla="*/ 3 w 24"/>
                <a:gd name="T23" fmla="*/ 4 h 26"/>
                <a:gd name="T24" fmla="*/ 20 w 24"/>
                <a:gd name="T25" fmla="*/ 4 h 26"/>
                <a:gd name="T26" fmla="*/ 20 w 24"/>
                <a:gd name="T27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26">
                  <a:moveTo>
                    <a:pt x="2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6"/>
                    <a:pt x="24" y="26"/>
                    <a:pt x="24" y="25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3" y="0"/>
                    <a:pt x="22" y="0"/>
                  </a:cubicBezTo>
                  <a:close/>
                  <a:moveTo>
                    <a:pt x="20" y="23"/>
                  </a:moveTo>
                  <a:cubicBezTo>
                    <a:pt x="3" y="23"/>
                    <a:pt x="3" y="23"/>
                    <a:pt x="3" y="2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0" y="4"/>
                    <a:pt x="20" y="4"/>
                    <a:pt x="20" y="4"/>
                  </a:cubicBezTo>
                  <a:lnTo>
                    <a:pt x="20" y="23"/>
                  </a:lnTo>
                  <a:close/>
                </a:path>
              </a:pathLst>
            </a:custGeom>
            <a:ln/>
            <a:ex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7">
              <a:extLst>
                <a:ext uri="{FF2B5EF4-FFF2-40B4-BE49-F238E27FC236}">
                  <a16:creationId xmlns="" xmlns:a16="http://schemas.microsoft.com/office/drawing/2014/main" id="{6AA7433B-3105-3C33-2990-EB81BFE612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11263" y="2176463"/>
              <a:ext cx="88900" cy="357188"/>
            </a:xfrm>
            <a:custGeom>
              <a:avLst/>
              <a:gdLst>
                <a:gd name="T0" fmla="*/ 22 w 23"/>
                <a:gd name="T1" fmla="*/ 0 h 93"/>
                <a:gd name="T2" fmla="*/ 1 w 23"/>
                <a:gd name="T3" fmla="*/ 0 h 93"/>
                <a:gd name="T4" fmla="*/ 0 w 23"/>
                <a:gd name="T5" fmla="*/ 2 h 93"/>
                <a:gd name="T6" fmla="*/ 0 w 23"/>
                <a:gd name="T7" fmla="*/ 92 h 93"/>
                <a:gd name="T8" fmla="*/ 1 w 23"/>
                <a:gd name="T9" fmla="*/ 93 h 93"/>
                <a:gd name="T10" fmla="*/ 22 w 23"/>
                <a:gd name="T11" fmla="*/ 93 h 93"/>
                <a:gd name="T12" fmla="*/ 23 w 23"/>
                <a:gd name="T13" fmla="*/ 92 h 93"/>
                <a:gd name="T14" fmla="*/ 23 w 23"/>
                <a:gd name="T15" fmla="*/ 2 h 93"/>
                <a:gd name="T16" fmla="*/ 22 w 23"/>
                <a:gd name="T17" fmla="*/ 0 h 93"/>
                <a:gd name="T18" fmla="*/ 20 w 23"/>
                <a:gd name="T19" fmla="*/ 90 h 93"/>
                <a:gd name="T20" fmla="*/ 3 w 23"/>
                <a:gd name="T21" fmla="*/ 90 h 93"/>
                <a:gd name="T22" fmla="*/ 3 w 23"/>
                <a:gd name="T23" fmla="*/ 3 h 93"/>
                <a:gd name="T24" fmla="*/ 20 w 23"/>
                <a:gd name="T25" fmla="*/ 3 h 93"/>
                <a:gd name="T26" fmla="*/ 20 w 23"/>
                <a:gd name="T27" fmla="*/ 9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93">
                  <a:moveTo>
                    <a:pt x="2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3"/>
                    <a:pt x="0" y="93"/>
                    <a:pt x="1" y="93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3" y="93"/>
                    <a:pt x="23" y="93"/>
                    <a:pt x="23" y="9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1"/>
                    <a:pt x="23" y="0"/>
                    <a:pt x="22" y="0"/>
                  </a:cubicBezTo>
                  <a:close/>
                  <a:moveTo>
                    <a:pt x="20" y="90"/>
                  </a:moveTo>
                  <a:cubicBezTo>
                    <a:pt x="3" y="90"/>
                    <a:pt x="3" y="90"/>
                    <a:pt x="3" y="9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0" y="3"/>
                    <a:pt x="20" y="3"/>
                    <a:pt x="20" y="3"/>
                  </a:cubicBezTo>
                  <a:lnTo>
                    <a:pt x="20" y="90"/>
                  </a:lnTo>
                  <a:close/>
                </a:path>
              </a:pathLst>
            </a:custGeom>
            <a:ln/>
            <a:ex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8">
              <a:extLst>
                <a:ext uri="{FF2B5EF4-FFF2-40B4-BE49-F238E27FC236}">
                  <a16:creationId xmlns="" xmlns:a16="http://schemas.microsoft.com/office/drawing/2014/main" id="{1E57DB71-E5F6-71A2-679F-3D2F4CBC22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8088" y="2041525"/>
              <a:ext cx="495299" cy="333375"/>
            </a:xfrm>
            <a:custGeom>
              <a:avLst/>
              <a:gdLst>
                <a:gd name="T0" fmla="*/ 128 w 129"/>
                <a:gd name="T1" fmla="*/ 80 h 87"/>
                <a:gd name="T2" fmla="*/ 124 w 129"/>
                <a:gd name="T3" fmla="*/ 60 h 87"/>
                <a:gd name="T4" fmla="*/ 122 w 129"/>
                <a:gd name="T5" fmla="*/ 59 h 87"/>
                <a:gd name="T6" fmla="*/ 121 w 129"/>
                <a:gd name="T7" fmla="*/ 60 h 87"/>
                <a:gd name="T8" fmla="*/ 114 w 129"/>
                <a:gd name="T9" fmla="*/ 71 h 87"/>
                <a:gd name="T10" fmla="*/ 3 w 129"/>
                <a:gd name="T11" fmla="*/ 1 h 87"/>
                <a:gd name="T12" fmla="*/ 1 w 129"/>
                <a:gd name="T13" fmla="*/ 1 h 87"/>
                <a:gd name="T14" fmla="*/ 1 w 129"/>
                <a:gd name="T15" fmla="*/ 4 h 87"/>
                <a:gd name="T16" fmla="*/ 112 w 129"/>
                <a:gd name="T17" fmla="*/ 74 h 87"/>
                <a:gd name="T18" fmla="*/ 105 w 129"/>
                <a:gd name="T19" fmla="*/ 84 h 87"/>
                <a:gd name="T20" fmla="*/ 105 w 129"/>
                <a:gd name="T21" fmla="*/ 86 h 87"/>
                <a:gd name="T22" fmla="*/ 106 w 129"/>
                <a:gd name="T23" fmla="*/ 87 h 87"/>
                <a:gd name="T24" fmla="*/ 107 w 129"/>
                <a:gd name="T25" fmla="*/ 87 h 87"/>
                <a:gd name="T26" fmla="*/ 127 w 129"/>
                <a:gd name="T27" fmla="*/ 83 h 87"/>
                <a:gd name="T28" fmla="*/ 128 w 129"/>
                <a:gd name="T29" fmla="*/ 82 h 87"/>
                <a:gd name="T30" fmla="*/ 128 w 129"/>
                <a:gd name="T31" fmla="*/ 80 h 87"/>
                <a:gd name="T32" fmla="*/ 110 w 129"/>
                <a:gd name="T33" fmla="*/ 83 h 87"/>
                <a:gd name="T34" fmla="*/ 121 w 129"/>
                <a:gd name="T35" fmla="*/ 65 h 87"/>
                <a:gd name="T36" fmla="*/ 125 w 129"/>
                <a:gd name="T37" fmla="*/ 80 h 87"/>
                <a:gd name="T38" fmla="*/ 110 w 129"/>
                <a:gd name="T39" fmla="*/ 8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9" h="87">
                  <a:moveTo>
                    <a:pt x="128" y="80"/>
                  </a:moveTo>
                  <a:cubicBezTo>
                    <a:pt x="124" y="60"/>
                    <a:pt x="124" y="60"/>
                    <a:pt x="124" y="60"/>
                  </a:cubicBezTo>
                  <a:cubicBezTo>
                    <a:pt x="124" y="59"/>
                    <a:pt x="123" y="59"/>
                    <a:pt x="122" y="59"/>
                  </a:cubicBezTo>
                  <a:cubicBezTo>
                    <a:pt x="122" y="59"/>
                    <a:pt x="121" y="59"/>
                    <a:pt x="121" y="60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1" y="3"/>
                    <a:pt x="1" y="4"/>
                  </a:cubicBezTo>
                  <a:cubicBezTo>
                    <a:pt x="112" y="74"/>
                    <a:pt x="112" y="74"/>
                    <a:pt x="112" y="74"/>
                  </a:cubicBezTo>
                  <a:cubicBezTo>
                    <a:pt x="105" y="84"/>
                    <a:pt x="105" y="84"/>
                    <a:pt x="105" y="84"/>
                  </a:cubicBezTo>
                  <a:cubicBezTo>
                    <a:pt x="104" y="85"/>
                    <a:pt x="104" y="86"/>
                    <a:pt x="105" y="86"/>
                  </a:cubicBezTo>
                  <a:cubicBezTo>
                    <a:pt x="105" y="87"/>
                    <a:pt x="106" y="87"/>
                    <a:pt x="106" y="87"/>
                  </a:cubicBezTo>
                  <a:cubicBezTo>
                    <a:pt x="106" y="87"/>
                    <a:pt x="107" y="87"/>
                    <a:pt x="107" y="87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28" y="83"/>
                    <a:pt x="128" y="82"/>
                    <a:pt x="128" y="82"/>
                  </a:cubicBezTo>
                  <a:cubicBezTo>
                    <a:pt x="128" y="81"/>
                    <a:pt x="129" y="81"/>
                    <a:pt x="128" y="80"/>
                  </a:cubicBezTo>
                  <a:close/>
                  <a:moveTo>
                    <a:pt x="110" y="83"/>
                  </a:moveTo>
                  <a:cubicBezTo>
                    <a:pt x="121" y="65"/>
                    <a:pt x="121" y="65"/>
                    <a:pt x="121" y="65"/>
                  </a:cubicBezTo>
                  <a:cubicBezTo>
                    <a:pt x="125" y="80"/>
                    <a:pt x="125" y="80"/>
                    <a:pt x="125" y="80"/>
                  </a:cubicBezTo>
                  <a:lnTo>
                    <a:pt x="110" y="83"/>
                  </a:lnTo>
                  <a:close/>
                </a:path>
              </a:pathLst>
            </a:custGeom>
            <a:ln/>
            <a:ex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6" name="Group 91">
            <a:extLst>
              <a:ext uri="{FF2B5EF4-FFF2-40B4-BE49-F238E27FC236}">
                <a16:creationId xmlns="" xmlns:a16="http://schemas.microsoft.com/office/drawing/2014/main" id="{9F9A1A34-50CC-95FE-085C-846097769D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227889" y="2663027"/>
            <a:ext cx="490538" cy="473075"/>
            <a:chOff x="10579100" y="4673600"/>
            <a:chExt cx="490538" cy="473075"/>
          </a:xfrm>
        </p:grpSpPr>
        <p:sp>
          <p:nvSpPr>
            <p:cNvPr id="27" name="Freeform 53">
              <a:extLst>
                <a:ext uri="{FF2B5EF4-FFF2-40B4-BE49-F238E27FC236}">
                  <a16:creationId xmlns="" xmlns:a16="http://schemas.microsoft.com/office/drawing/2014/main" id="{D56D8DA8-6309-9D3A-8F96-0A08F6E538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1338" y="4673600"/>
              <a:ext cx="368300" cy="473075"/>
            </a:xfrm>
            <a:custGeom>
              <a:avLst/>
              <a:gdLst>
                <a:gd name="T0" fmla="*/ 2 w 96"/>
                <a:gd name="T1" fmla="*/ 118 h 123"/>
                <a:gd name="T2" fmla="*/ 0 w 96"/>
                <a:gd name="T3" fmla="*/ 116 h 123"/>
                <a:gd name="T4" fmla="*/ 0 w 96"/>
                <a:gd name="T5" fmla="*/ 63 h 123"/>
                <a:gd name="T6" fmla="*/ 3 w 96"/>
                <a:gd name="T7" fmla="*/ 60 h 123"/>
                <a:gd name="T8" fmla="*/ 26 w 96"/>
                <a:gd name="T9" fmla="*/ 28 h 123"/>
                <a:gd name="T10" fmla="*/ 29 w 96"/>
                <a:gd name="T11" fmla="*/ 11 h 123"/>
                <a:gd name="T12" fmla="*/ 30 w 96"/>
                <a:gd name="T13" fmla="*/ 6 h 123"/>
                <a:gd name="T14" fmla="*/ 48 w 96"/>
                <a:gd name="T15" fmla="*/ 7 h 123"/>
                <a:gd name="T16" fmla="*/ 51 w 96"/>
                <a:gd name="T17" fmla="*/ 38 h 123"/>
                <a:gd name="T18" fmla="*/ 63 w 96"/>
                <a:gd name="T19" fmla="*/ 49 h 123"/>
                <a:gd name="T20" fmla="*/ 89 w 96"/>
                <a:gd name="T21" fmla="*/ 49 h 123"/>
                <a:gd name="T22" fmla="*/ 96 w 96"/>
                <a:gd name="T23" fmla="*/ 63 h 123"/>
                <a:gd name="T24" fmla="*/ 93 w 96"/>
                <a:gd name="T25" fmla="*/ 82 h 123"/>
                <a:gd name="T26" fmla="*/ 88 w 96"/>
                <a:gd name="T27" fmla="*/ 98 h 123"/>
                <a:gd name="T28" fmla="*/ 84 w 96"/>
                <a:gd name="T29" fmla="*/ 117 h 123"/>
                <a:gd name="T30" fmla="*/ 25 w 96"/>
                <a:gd name="T31" fmla="*/ 123 h 123"/>
                <a:gd name="T32" fmla="*/ 4 w 96"/>
                <a:gd name="T33" fmla="*/ 115 h 123"/>
                <a:gd name="T34" fmla="*/ 21 w 96"/>
                <a:gd name="T35" fmla="*/ 120 h 123"/>
                <a:gd name="T36" fmla="*/ 73 w 96"/>
                <a:gd name="T37" fmla="*/ 120 h 123"/>
                <a:gd name="T38" fmla="*/ 78 w 96"/>
                <a:gd name="T39" fmla="*/ 107 h 123"/>
                <a:gd name="T40" fmla="*/ 76 w 96"/>
                <a:gd name="T41" fmla="*/ 103 h 123"/>
                <a:gd name="T42" fmla="*/ 85 w 96"/>
                <a:gd name="T43" fmla="*/ 97 h 123"/>
                <a:gd name="T44" fmla="*/ 80 w 96"/>
                <a:gd name="T45" fmla="*/ 87 h 123"/>
                <a:gd name="T46" fmla="*/ 89 w 96"/>
                <a:gd name="T47" fmla="*/ 81 h 123"/>
                <a:gd name="T48" fmla="*/ 83 w 96"/>
                <a:gd name="T49" fmla="*/ 71 h 123"/>
                <a:gd name="T50" fmla="*/ 86 w 96"/>
                <a:gd name="T51" fmla="*/ 69 h 123"/>
                <a:gd name="T52" fmla="*/ 92 w 96"/>
                <a:gd name="T53" fmla="*/ 58 h 123"/>
                <a:gd name="T54" fmla="*/ 83 w 96"/>
                <a:gd name="T55" fmla="*/ 52 h 123"/>
                <a:gd name="T56" fmla="*/ 44 w 96"/>
                <a:gd name="T57" fmla="*/ 52 h 123"/>
                <a:gd name="T58" fmla="*/ 42 w 96"/>
                <a:gd name="T59" fmla="*/ 49 h 123"/>
                <a:gd name="T60" fmla="*/ 45 w 96"/>
                <a:gd name="T61" fmla="*/ 10 h 123"/>
                <a:gd name="T62" fmla="*/ 39 w 96"/>
                <a:gd name="T63" fmla="*/ 4 h 123"/>
                <a:gd name="T64" fmla="*/ 34 w 96"/>
                <a:gd name="T65" fmla="*/ 7 h 123"/>
                <a:gd name="T66" fmla="*/ 33 w 96"/>
                <a:gd name="T67" fmla="*/ 12 h 123"/>
                <a:gd name="T68" fmla="*/ 30 w 96"/>
                <a:gd name="T69" fmla="*/ 29 h 123"/>
                <a:gd name="T70" fmla="*/ 6 w 96"/>
                <a:gd name="T71" fmla="*/ 63 h 123"/>
                <a:gd name="T72" fmla="*/ 4 w 96"/>
                <a:gd name="T73" fmla="*/ 115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6" h="123">
                  <a:moveTo>
                    <a:pt x="21" y="123"/>
                  </a:moveTo>
                  <a:cubicBezTo>
                    <a:pt x="14" y="123"/>
                    <a:pt x="7" y="122"/>
                    <a:pt x="2" y="118"/>
                  </a:cubicBezTo>
                  <a:cubicBezTo>
                    <a:pt x="1" y="118"/>
                    <a:pt x="1" y="118"/>
                    <a:pt x="1" y="118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16"/>
                    <a:pt x="0" y="115"/>
                    <a:pt x="0" y="115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2"/>
                    <a:pt x="1" y="62"/>
                  </a:cubicBezTo>
                  <a:cubicBezTo>
                    <a:pt x="2" y="61"/>
                    <a:pt x="2" y="61"/>
                    <a:pt x="3" y="60"/>
                  </a:cubicBezTo>
                  <a:cubicBezTo>
                    <a:pt x="5" y="59"/>
                    <a:pt x="7" y="58"/>
                    <a:pt x="9" y="56"/>
                  </a:cubicBezTo>
                  <a:cubicBezTo>
                    <a:pt x="17" y="49"/>
                    <a:pt x="22" y="40"/>
                    <a:pt x="26" y="28"/>
                  </a:cubicBezTo>
                  <a:cubicBezTo>
                    <a:pt x="27" y="24"/>
                    <a:pt x="28" y="20"/>
                    <a:pt x="28" y="16"/>
                  </a:cubicBezTo>
                  <a:cubicBezTo>
                    <a:pt x="29" y="14"/>
                    <a:pt x="29" y="13"/>
                    <a:pt x="29" y="11"/>
                  </a:cubicBezTo>
                  <a:cubicBezTo>
                    <a:pt x="29" y="10"/>
                    <a:pt x="29" y="10"/>
                    <a:pt x="29" y="9"/>
                  </a:cubicBezTo>
                  <a:cubicBezTo>
                    <a:pt x="29" y="8"/>
                    <a:pt x="30" y="7"/>
                    <a:pt x="30" y="6"/>
                  </a:cubicBezTo>
                  <a:cubicBezTo>
                    <a:pt x="31" y="2"/>
                    <a:pt x="34" y="0"/>
                    <a:pt x="39" y="0"/>
                  </a:cubicBezTo>
                  <a:cubicBezTo>
                    <a:pt x="44" y="0"/>
                    <a:pt x="47" y="3"/>
                    <a:pt x="48" y="7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0" y="19"/>
                    <a:pt x="52" y="28"/>
                    <a:pt x="51" y="38"/>
                  </a:cubicBezTo>
                  <a:cubicBezTo>
                    <a:pt x="51" y="42"/>
                    <a:pt x="49" y="45"/>
                    <a:pt x="47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70" y="49"/>
                    <a:pt x="76" y="49"/>
                    <a:pt x="83" y="49"/>
                  </a:cubicBezTo>
                  <a:cubicBezTo>
                    <a:pt x="85" y="49"/>
                    <a:pt x="87" y="49"/>
                    <a:pt x="89" y="49"/>
                  </a:cubicBezTo>
                  <a:cubicBezTo>
                    <a:pt x="93" y="50"/>
                    <a:pt x="95" y="54"/>
                    <a:pt x="96" y="58"/>
                  </a:cubicBezTo>
                  <a:cubicBezTo>
                    <a:pt x="96" y="63"/>
                    <a:pt x="96" y="63"/>
                    <a:pt x="96" y="63"/>
                  </a:cubicBezTo>
                  <a:cubicBezTo>
                    <a:pt x="96" y="67"/>
                    <a:pt x="93" y="70"/>
                    <a:pt x="90" y="72"/>
                  </a:cubicBezTo>
                  <a:cubicBezTo>
                    <a:pt x="93" y="75"/>
                    <a:pt x="93" y="79"/>
                    <a:pt x="93" y="82"/>
                  </a:cubicBezTo>
                  <a:cubicBezTo>
                    <a:pt x="92" y="86"/>
                    <a:pt x="90" y="88"/>
                    <a:pt x="86" y="89"/>
                  </a:cubicBezTo>
                  <a:cubicBezTo>
                    <a:pt x="89" y="92"/>
                    <a:pt x="89" y="95"/>
                    <a:pt x="88" y="98"/>
                  </a:cubicBezTo>
                  <a:cubicBezTo>
                    <a:pt x="87" y="102"/>
                    <a:pt x="85" y="104"/>
                    <a:pt x="82" y="105"/>
                  </a:cubicBezTo>
                  <a:cubicBezTo>
                    <a:pt x="85" y="109"/>
                    <a:pt x="86" y="113"/>
                    <a:pt x="84" y="117"/>
                  </a:cubicBezTo>
                  <a:cubicBezTo>
                    <a:pt x="82" y="121"/>
                    <a:pt x="79" y="123"/>
                    <a:pt x="73" y="123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4" y="123"/>
                    <a:pt x="23" y="123"/>
                    <a:pt x="21" y="123"/>
                  </a:cubicBezTo>
                  <a:close/>
                  <a:moveTo>
                    <a:pt x="4" y="115"/>
                  </a:moveTo>
                  <a:cubicBezTo>
                    <a:pt x="9" y="118"/>
                    <a:pt x="14" y="120"/>
                    <a:pt x="21" y="120"/>
                  </a:cubicBezTo>
                  <a:cubicBezTo>
                    <a:pt x="21" y="120"/>
                    <a:pt x="21" y="120"/>
                    <a:pt x="21" y="120"/>
                  </a:cubicBezTo>
                  <a:cubicBezTo>
                    <a:pt x="23" y="119"/>
                    <a:pt x="24" y="119"/>
                    <a:pt x="25" y="119"/>
                  </a:cubicBezTo>
                  <a:cubicBezTo>
                    <a:pt x="73" y="120"/>
                    <a:pt x="73" y="120"/>
                    <a:pt x="73" y="120"/>
                  </a:cubicBezTo>
                  <a:cubicBezTo>
                    <a:pt x="76" y="119"/>
                    <a:pt x="79" y="119"/>
                    <a:pt x="81" y="115"/>
                  </a:cubicBezTo>
                  <a:cubicBezTo>
                    <a:pt x="82" y="113"/>
                    <a:pt x="82" y="111"/>
                    <a:pt x="78" y="107"/>
                  </a:cubicBezTo>
                  <a:cubicBezTo>
                    <a:pt x="78" y="107"/>
                    <a:pt x="77" y="106"/>
                    <a:pt x="76" y="105"/>
                  </a:cubicBezTo>
                  <a:cubicBezTo>
                    <a:pt x="76" y="105"/>
                    <a:pt x="76" y="104"/>
                    <a:pt x="76" y="103"/>
                  </a:cubicBezTo>
                  <a:cubicBezTo>
                    <a:pt x="76" y="103"/>
                    <a:pt x="77" y="102"/>
                    <a:pt x="78" y="102"/>
                  </a:cubicBezTo>
                  <a:cubicBezTo>
                    <a:pt x="82" y="102"/>
                    <a:pt x="84" y="100"/>
                    <a:pt x="85" y="97"/>
                  </a:cubicBezTo>
                  <a:cubicBezTo>
                    <a:pt x="85" y="94"/>
                    <a:pt x="84" y="92"/>
                    <a:pt x="81" y="90"/>
                  </a:cubicBezTo>
                  <a:cubicBezTo>
                    <a:pt x="80" y="89"/>
                    <a:pt x="80" y="88"/>
                    <a:pt x="80" y="87"/>
                  </a:cubicBezTo>
                  <a:cubicBezTo>
                    <a:pt x="81" y="87"/>
                    <a:pt x="81" y="86"/>
                    <a:pt x="82" y="86"/>
                  </a:cubicBezTo>
                  <a:cubicBezTo>
                    <a:pt x="87" y="85"/>
                    <a:pt x="88" y="83"/>
                    <a:pt x="89" y="81"/>
                  </a:cubicBezTo>
                  <a:cubicBezTo>
                    <a:pt x="90" y="77"/>
                    <a:pt x="88" y="75"/>
                    <a:pt x="84" y="73"/>
                  </a:cubicBezTo>
                  <a:cubicBezTo>
                    <a:pt x="83" y="72"/>
                    <a:pt x="83" y="72"/>
                    <a:pt x="83" y="71"/>
                  </a:cubicBezTo>
                  <a:cubicBezTo>
                    <a:pt x="83" y="70"/>
                    <a:pt x="83" y="69"/>
                    <a:pt x="84" y="69"/>
                  </a:cubicBezTo>
                  <a:cubicBezTo>
                    <a:pt x="85" y="69"/>
                    <a:pt x="85" y="69"/>
                    <a:pt x="86" y="69"/>
                  </a:cubicBezTo>
                  <a:cubicBezTo>
                    <a:pt x="89" y="69"/>
                    <a:pt x="92" y="66"/>
                    <a:pt x="92" y="63"/>
                  </a:cubicBezTo>
                  <a:cubicBezTo>
                    <a:pt x="92" y="58"/>
                    <a:pt x="92" y="58"/>
                    <a:pt x="92" y="58"/>
                  </a:cubicBezTo>
                  <a:cubicBezTo>
                    <a:pt x="92" y="55"/>
                    <a:pt x="90" y="54"/>
                    <a:pt x="88" y="53"/>
                  </a:cubicBezTo>
                  <a:cubicBezTo>
                    <a:pt x="86" y="53"/>
                    <a:pt x="85" y="52"/>
                    <a:pt x="83" y="52"/>
                  </a:cubicBezTo>
                  <a:cubicBezTo>
                    <a:pt x="76" y="52"/>
                    <a:pt x="70" y="52"/>
                    <a:pt x="63" y="52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3" y="52"/>
                    <a:pt x="42" y="52"/>
                    <a:pt x="42" y="51"/>
                  </a:cubicBezTo>
                  <a:cubicBezTo>
                    <a:pt x="41" y="51"/>
                    <a:pt x="42" y="50"/>
                    <a:pt x="42" y="49"/>
                  </a:cubicBezTo>
                  <a:cubicBezTo>
                    <a:pt x="45" y="46"/>
                    <a:pt x="47" y="42"/>
                    <a:pt x="47" y="38"/>
                  </a:cubicBezTo>
                  <a:cubicBezTo>
                    <a:pt x="48" y="28"/>
                    <a:pt x="46" y="19"/>
                    <a:pt x="45" y="10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6"/>
                    <a:pt x="42" y="4"/>
                    <a:pt x="39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7" y="4"/>
                    <a:pt x="34" y="5"/>
                    <a:pt x="34" y="7"/>
                  </a:cubicBezTo>
                  <a:cubicBezTo>
                    <a:pt x="33" y="8"/>
                    <a:pt x="33" y="9"/>
                    <a:pt x="33" y="10"/>
                  </a:cubicBezTo>
                  <a:cubicBezTo>
                    <a:pt x="33" y="10"/>
                    <a:pt x="33" y="11"/>
                    <a:pt x="33" y="12"/>
                  </a:cubicBezTo>
                  <a:cubicBezTo>
                    <a:pt x="33" y="13"/>
                    <a:pt x="32" y="15"/>
                    <a:pt x="32" y="17"/>
                  </a:cubicBezTo>
                  <a:cubicBezTo>
                    <a:pt x="31" y="21"/>
                    <a:pt x="31" y="25"/>
                    <a:pt x="30" y="29"/>
                  </a:cubicBezTo>
                  <a:cubicBezTo>
                    <a:pt x="26" y="41"/>
                    <a:pt x="20" y="52"/>
                    <a:pt x="11" y="59"/>
                  </a:cubicBezTo>
                  <a:cubicBezTo>
                    <a:pt x="10" y="61"/>
                    <a:pt x="7" y="62"/>
                    <a:pt x="6" y="63"/>
                  </a:cubicBezTo>
                  <a:cubicBezTo>
                    <a:pt x="5" y="64"/>
                    <a:pt x="4" y="64"/>
                    <a:pt x="4" y="64"/>
                  </a:cubicBezTo>
                  <a:cubicBezTo>
                    <a:pt x="4" y="115"/>
                    <a:pt x="4" y="115"/>
                    <a:pt x="4" y="115"/>
                  </a:cubicBezTo>
                  <a:close/>
                </a:path>
              </a:pathLst>
            </a:custGeom>
            <a:ln/>
            <a:ex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54">
              <a:extLst>
                <a:ext uri="{FF2B5EF4-FFF2-40B4-BE49-F238E27FC236}">
                  <a16:creationId xmlns="" xmlns:a16="http://schemas.microsoft.com/office/drawing/2014/main" id="{A923B724-61F1-CE9C-03E0-BDBD381EFC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79100" y="4908550"/>
              <a:ext cx="98425" cy="227013"/>
            </a:xfrm>
            <a:custGeom>
              <a:avLst/>
              <a:gdLst>
                <a:gd name="T0" fmla="*/ 24 w 26"/>
                <a:gd name="T1" fmla="*/ 59 h 59"/>
                <a:gd name="T2" fmla="*/ 2 w 26"/>
                <a:gd name="T3" fmla="*/ 59 h 59"/>
                <a:gd name="T4" fmla="*/ 0 w 26"/>
                <a:gd name="T5" fmla="*/ 57 h 59"/>
                <a:gd name="T6" fmla="*/ 0 w 26"/>
                <a:gd name="T7" fmla="*/ 2 h 59"/>
                <a:gd name="T8" fmla="*/ 2 w 26"/>
                <a:gd name="T9" fmla="*/ 0 h 59"/>
                <a:gd name="T10" fmla="*/ 24 w 26"/>
                <a:gd name="T11" fmla="*/ 0 h 59"/>
                <a:gd name="T12" fmla="*/ 26 w 26"/>
                <a:gd name="T13" fmla="*/ 2 h 59"/>
                <a:gd name="T14" fmla="*/ 26 w 26"/>
                <a:gd name="T15" fmla="*/ 57 h 59"/>
                <a:gd name="T16" fmla="*/ 24 w 26"/>
                <a:gd name="T17" fmla="*/ 59 h 59"/>
                <a:gd name="T18" fmla="*/ 4 w 26"/>
                <a:gd name="T19" fmla="*/ 55 h 59"/>
                <a:gd name="T20" fmla="*/ 22 w 26"/>
                <a:gd name="T21" fmla="*/ 55 h 59"/>
                <a:gd name="T22" fmla="*/ 22 w 26"/>
                <a:gd name="T23" fmla="*/ 4 h 59"/>
                <a:gd name="T24" fmla="*/ 4 w 26"/>
                <a:gd name="T25" fmla="*/ 4 h 59"/>
                <a:gd name="T26" fmla="*/ 4 w 26"/>
                <a:gd name="T27" fmla="*/ 5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59">
                  <a:moveTo>
                    <a:pt x="24" y="59"/>
                  </a:moveTo>
                  <a:cubicBezTo>
                    <a:pt x="2" y="59"/>
                    <a:pt x="2" y="59"/>
                    <a:pt x="2" y="59"/>
                  </a:cubicBezTo>
                  <a:cubicBezTo>
                    <a:pt x="1" y="59"/>
                    <a:pt x="0" y="58"/>
                    <a:pt x="0" y="57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5" y="0"/>
                    <a:pt x="26" y="1"/>
                    <a:pt x="26" y="2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6" y="58"/>
                    <a:pt x="25" y="59"/>
                    <a:pt x="24" y="59"/>
                  </a:cubicBezTo>
                  <a:close/>
                  <a:moveTo>
                    <a:pt x="4" y="55"/>
                  </a:moveTo>
                  <a:cubicBezTo>
                    <a:pt x="22" y="55"/>
                    <a:pt x="22" y="55"/>
                    <a:pt x="22" y="5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4" y="55"/>
                  </a:lnTo>
                  <a:close/>
                </a:path>
              </a:pathLst>
            </a:custGeom>
            <a:ln/>
            <a:ex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9" name="Group 88">
            <a:extLst>
              <a:ext uri="{FF2B5EF4-FFF2-40B4-BE49-F238E27FC236}">
                <a16:creationId xmlns="" xmlns:a16="http://schemas.microsoft.com/office/drawing/2014/main" id="{72A835ED-998E-75B2-A497-DBC80296477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386963" y="5046667"/>
            <a:ext cx="492126" cy="473075"/>
            <a:chOff x="9658350" y="4806950"/>
            <a:chExt cx="492126" cy="473075"/>
          </a:xfrm>
        </p:grpSpPr>
        <p:sp>
          <p:nvSpPr>
            <p:cNvPr id="30" name="Freeform 48">
              <a:extLst>
                <a:ext uri="{FF2B5EF4-FFF2-40B4-BE49-F238E27FC236}">
                  <a16:creationId xmlns="" xmlns:a16="http://schemas.microsoft.com/office/drawing/2014/main" id="{807B1732-2D35-B6F0-75AD-03D701AD99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80588" y="4806950"/>
              <a:ext cx="369888" cy="473075"/>
            </a:xfrm>
            <a:custGeom>
              <a:avLst/>
              <a:gdLst>
                <a:gd name="T0" fmla="*/ 30 w 96"/>
                <a:gd name="T1" fmla="*/ 117 h 123"/>
                <a:gd name="T2" fmla="*/ 30 w 96"/>
                <a:gd name="T3" fmla="*/ 112 h 123"/>
                <a:gd name="T4" fmla="*/ 26 w 96"/>
                <a:gd name="T5" fmla="*/ 95 h 123"/>
                <a:gd name="T6" fmla="*/ 4 w 96"/>
                <a:gd name="T7" fmla="*/ 63 h 123"/>
                <a:gd name="T8" fmla="*/ 0 w 96"/>
                <a:gd name="T9" fmla="*/ 60 h 123"/>
                <a:gd name="T10" fmla="*/ 0 w 96"/>
                <a:gd name="T11" fmla="*/ 7 h 123"/>
                <a:gd name="T12" fmla="*/ 2 w 96"/>
                <a:gd name="T13" fmla="*/ 5 h 123"/>
                <a:gd name="T14" fmla="*/ 22 w 96"/>
                <a:gd name="T15" fmla="*/ 0 h 123"/>
                <a:gd name="T16" fmla="*/ 74 w 96"/>
                <a:gd name="T17" fmla="*/ 0 h 123"/>
                <a:gd name="T18" fmla="*/ 82 w 96"/>
                <a:gd name="T19" fmla="*/ 18 h 123"/>
                <a:gd name="T20" fmla="*/ 87 w 96"/>
                <a:gd name="T21" fmla="*/ 34 h 123"/>
                <a:gd name="T22" fmla="*/ 90 w 96"/>
                <a:gd name="T23" fmla="*/ 52 h 123"/>
                <a:gd name="T24" fmla="*/ 96 w 96"/>
                <a:gd name="T25" fmla="*/ 66 h 123"/>
                <a:gd name="T26" fmla="*/ 84 w 96"/>
                <a:gd name="T27" fmla="*/ 75 h 123"/>
                <a:gd name="T28" fmla="*/ 48 w 96"/>
                <a:gd name="T29" fmla="*/ 75 h 123"/>
                <a:gd name="T30" fmla="*/ 49 w 96"/>
                <a:gd name="T31" fmla="*/ 114 h 123"/>
                <a:gd name="T32" fmla="*/ 40 w 96"/>
                <a:gd name="T33" fmla="*/ 123 h 123"/>
                <a:gd name="T34" fmla="*/ 4 w 96"/>
                <a:gd name="T35" fmla="*/ 59 h 123"/>
                <a:gd name="T36" fmla="*/ 12 w 96"/>
                <a:gd name="T37" fmla="*/ 64 h 123"/>
                <a:gd name="T38" fmla="*/ 33 w 96"/>
                <a:gd name="T39" fmla="*/ 107 h 123"/>
                <a:gd name="T40" fmla="*/ 34 w 96"/>
                <a:gd name="T41" fmla="*/ 114 h 123"/>
                <a:gd name="T42" fmla="*/ 39 w 96"/>
                <a:gd name="T43" fmla="*/ 119 h 123"/>
                <a:gd name="T44" fmla="*/ 40 w 96"/>
                <a:gd name="T45" fmla="*/ 119 h 123"/>
                <a:gd name="T46" fmla="*/ 45 w 96"/>
                <a:gd name="T47" fmla="*/ 114 h 123"/>
                <a:gd name="T48" fmla="*/ 43 w 96"/>
                <a:gd name="T49" fmla="*/ 74 h 123"/>
                <a:gd name="T50" fmla="*/ 44 w 96"/>
                <a:gd name="T51" fmla="*/ 71 h 123"/>
                <a:gd name="T52" fmla="*/ 84 w 96"/>
                <a:gd name="T53" fmla="*/ 71 h 123"/>
                <a:gd name="T54" fmla="*/ 92 w 96"/>
                <a:gd name="T55" fmla="*/ 66 h 123"/>
                <a:gd name="T56" fmla="*/ 86 w 96"/>
                <a:gd name="T57" fmla="*/ 55 h 123"/>
                <a:gd name="T58" fmla="*/ 83 w 96"/>
                <a:gd name="T59" fmla="*/ 52 h 123"/>
                <a:gd name="T60" fmla="*/ 89 w 96"/>
                <a:gd name="T61" fmla="*/ 42 h 123"/>
                <a:gd name="T62" fmla="*/ 81 w 96"/>
                <a:gd name="T63" fmla="*/ 36 h 123"/>
                <a:gd name="T64" fmla="*/ 85 w 96"/>
                <a:gd name="T65" fmla="*/ 26 h 123"/>
                <a:gd name="T66" fmla="*/ 76 w 96"/>
                <a:gd name="T67" fmla="*/ 20 h 123"/>
                <a:gd name="T68" fmla="*/ 79 w 96"/>
                <a:gd name="T69" fmla="*/ 16 h 123"/>
                <a:gd name="T70" fmla="*/ 74 w 96"/>
                <a:gd name="T71" fmla="*/ 4 h 123"/>
                <a:gd name="T72" fmla="*/ 22 w 96"/>
                <a:gd name="T73" fmla="*/ 4 h 123"/>
                <a:gd name="T74" fmla="*/ 4 w 96"/>
                <a:gd name="T75" fmla="*/ 8 h 123"/>
                <a:gd name="T76" fmla="*/ 4 w 96"/>
                <a:gd name="T77" fmla="*/ 59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6" h="123">
                  <a:moveTo>
                    <a:pt x="39" y="123"/>
                  </a:moveTo>
                  <a:cubicBezTo>
                    <a:pt x="35" y="123"/>
                    <a:pt x="31" y="121"/>
                    <a:pt x="30" y="117"/>
                  </a:cubicBezTo>
                  <a:cubicBezTo>
                    <a:pt x="30" y="116"/>
                    <a:pt x="30" y="115"/>
                    <a:pt x="30" y="114"/>
                  </a:cubicBezTo>
                  <a:cubicBezTo>
                    <a:pt x="30" y="113"/>
                    <a:pt x="30" y="113"/>
                    <a:pt x="30" y="112"/>
                  </a:cubicBezTo>
                  <a:cubicBezTo>
                    <a:pt x="29" y="111"/>
                    <a:pt x="29" y="109"/>
                    <a:pt x="29" y="107"/>
                  </a:cubicBezTo>
                  <a:cubicBezTo>
                    <a:pt x="28" y="103"/>
                    <a:pt x="27" y="99"/>
                    <a:pt x="26" y="95"/>
                  </a:cubicBezTo>
                  <a:cubicBezTo>
                    <a:pt x="23" y="84"/>
                    <a:pt x="17" y="74"/>
                    <a:pt x="9" y="67"/>
                  </a:cubicBezTo>
                  <a:cubicBezTo>
                    <a:pt x="8" y="66"/>
                    <a:pt x="6" y="65"/>
                    <a:pt x="4" y="63"/>
                  </a:cubicBezTo>
                  <a:cubicBezTo>
                    <a:pt x="3" y="63"/>
                    <a:pt x="2" y="62"/>
                    <a:pt x="1" y="62"/>
                  </a:cubicBezTo>
                  <a:cubicBezTo>
                    <a:pt x="1" y="61"/>
                    <a:pt x="0" y="61"/>
                    <a:pt x="0" y="6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5"/>
                    <a:pt x="2" y="5"/>
                  </a:cubicBezTo>
                  <a:cubicBezTo>
                    <a:pt x="8" y="2"/>
                    <a:pt x="14" y="0"/>
                    <a:pt x="21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0"/>
                    <a:pt x="24" y="0"/>
                    <a:pt x="26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9" y="0"/>
                    <a:pt x="83" y="2"/>
                    <a:pt x="85" y="6"/>
                  </a:cubicBezTo>
                  <a:cubicBezTo>
                    <a:pt x="86" y="11"/>
                    <a:pt x="85" y="14"/>
                    <a:pt x="82" y="18"/>
                  </a:cubicBezTo>
                  <a:cubicBezTo>
                    <a:pt x="86" y="19"/>
                    <a:pt x="88" y="22"/>
                    <a:pt x="89" y="25"/>
                  </a:cubicBezTo>
                  <a:cubicBezTo>
                    <a:pt x="90" y="29"/>
                    <a:pt x="89" y="32"/>
                    <a:pt x="87" y="34"/>
                  </a:cubicBezTo>
                  <a:cubicBezTo>
                    <a:pt x="90" y="36"/>
                    <a:pt x="92" y="38"/>
                    <a:pt x="93" y="41"/>
                  </a:cubicBezTo>
                  <a:cubicBezTo>
                    <a:pt x="94" y="44"/>
                    <a:pt x="94" y="48"/>
                    <a:pt x="90" y="52"/>
                  </a:cubicBezTo>
                  <a:cubicBezTo>
                    <a:pt x="94" y="53"/>
                    <a:pt x="96" y="57"/>
                    <a:pt x="96" y="61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70"/>
                    <a:pt x="93" y="73"/>
                    <a:pt x="89" y="74"/>
                  </a:cubicBezTo>
                  <a:cubicBezTo>
                    <a:pt x="88" y="75"/>
                    <a:pt x="86" y="75"/>
                    <a:pt x="84" y="75"/>
                  </a:cubicBezTo>
                  <a:cubicBezTo>
                    <a:pt x="77" y="75"/>
                    <a:pt x="70" y="75"/>
                    <a:pt x="64" y="75"/>
                  </a:cubicBezTo>
                  <a:cubicBezTo>
                    <a:pt x="48" y="75"/>
                    <a:pt x="48" y="75"/>
                    <a:pt x="48" y="75"/>
                  </a:cubicBezTo>
                  <a:cubicBezTo>
                    <a:pt x="50" y="78"/>
                    <a:pt x="51" y="81"/>
                    <a:pt x="51" y="85"/>
                  </a:cubicBezTo>
                  <a:cubicBezTo>
                    <a:pt x="52" y="95"/>
                    <a:pt x="50" y="105"/>
                    <a:pt x="49" y="114"/>
                  </a:cubicBezTo>
                  <a:cubicBezTo>
                    <a:pt x="49" y="116"/>
                    <a:pt x="49" y="116"/>
                    <a:pt x="49" y="116"/>
                  </a:cubicBezTo>
                  <a:cubicBezTo>
                    <a:pt x="48" y="120"/>
                    <a:pt x="44" y="123"/>
                    <a:pt x="40" y="123"/>
                  </a:cubicBezTo>
                  <a:cubicBezTo>
                    <a:pt x="40" y="123"/>
                    <a:pt x="39" y="123"/>
                    <a:pt x="39" y="123"/>
                  </a:cubicBezTo>
                  <a:close/>
                  <a:moveTo>
                    <a:pt x="4" y="59"/>
                  </a:moveTo>
                  <a:cubicBezTo>
                    <a:pt x="5" y="59"/>
                    <a:pt x="5" y="60"/>
                    <a:pt x="6" y="60"/>
                  </a:cubicBezTo>
                  <a:cubicBezTo>
                    <a:pt x="8" y="61"/>
                    <a:pt x="10" y="63"/>
                    <a:pt x="12" y="64"/>
                  </a:cubicBezTo>
                  <a:cubicBezTo>
                    <a:pt x="20" y="72"/>
                    <a:pt x="26" y="82"/>
                    <a:pt x="30" y="94"/>
                  </a:cubicBezTo>
                  <a:cubicBezTo>
                    <a:pt x="31" y="98"/>
                    <a:pt x="32" y="102"/>
                    <a:pt x="33" y="107"/>
                  </a:cubicBezTo>
                  <a:cubicBezTo>
                    <a:pt x="33" y="108"/>
                    <a:pt x="33" y="110"/>
                    <a:pt x="33" y="112"/>
                  </a:cubicBezTo>
                  <a:cubicBezTo>
                    <a:pt x="34" y="112"/>
                    <a:pt x="34" y="113"/>
                    <a:pt x="34" y="114"/>
                  </a:cubicBezTo>
                  <a:cubicBezTo>
                    <a:pt x="34" y="114"/>
                    <a:pt x="34" y="115"/>
                    <a:pt x="34" y="116"/>
                  </a:cubicBezTo>
                  <a:cubicBezTo>
                    <a:pt x="35" y="119"/>
                    <a:pt x="37" y="119"/>
                    <a:pt x="39" y="119"/>
                  </a:cubicBezTo>
                  <a:cubicBezTo>
                    <a:pt x="39" y="121"/>
                    <a:pt x="39" y="121"/>
                    <a:pt x="39" y="121"/>
                  </a:cubicBezTo>
                  <a:cubicBezTo>
                    <a:pt x="40" y="119"/>
                    <a:pt x="40" y="119"/>
                    <a:pt x="40" y="119"/>
                  </a:cubicBezTo>
                  <a:cubicBezTo>
                    <a:pt x="42" y="119"/>
                    <a:pt x="44" y="118"/>
                    <a:pt x="45" y="116"/>
                  </a:cubicBezTo>
                  <a:cubicBezTo>
                    <a:pt x="45" y="114"/>
                    <a:pt x="45" y="114"/>
                    <a:pt x="45" y="114"/>
                  </a:cubicBezTo>
                  <a:cubicBezTo>
                    <a:pt x="47" y="104"/>
                    <a:pt x="48" y="95"/>
                    <a:pt x="47" y="86"/>
                  </a:cubicBezTo>
                  <a:cubicBezTo>
                    <a:pt x="47" y="81"/>
                    <a:pt x="46" y="78"/>
                    <a:pt x="43" y="74"/>
                  </a:cubicBezTo>
                  <a:cubicBezTo>
                    <a:pt x="42" y="74"/>
                    <a:pt x="42" y="73"/>
                    <a:pt x="42" y="72"/>
                  </a:cubicBezTo>
                  <a:cubicBezTo>
                    <a:pt x="43" y="71"/>
                    <a:pt x="43" y="71"/>
                    <a:pt x="44" y="71"/>
                  </a:cubicBezTo>
                  <a:cubicBezTo>
                    <a:pt x="64" y="71"/>
                    <a:pt x="64" y="71"/>
                    <a:pt x="64" y="71"/>
                  </a:cubicBezTo>
                  <a:cubicBezTo>
                    <a:pt x="70" y="71"/>
                    <a:pt x="77" y="71"/>
                    <a:pt x="84" y="71"/>
                  </a:cubicBezTo>
                  <a:cubicBezTo>
                    <a:pt x="85" y="71"/>
                    <a:pt x="87" y="71"/>
                    <a:pt x="88" y="70"/>
                  </a:cubicBezTo>
                  <a:cubicBezTo>
                    <a:pt x="91" y="70"/>
                    <a:pt x="92" y="68"/>
                    <a:pt x="92" y="66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2" y="57"/>
                    <a:pt x="90" y="55"/>
                    <a:pt x="86" y="55"/>
                  </a:cubicBezTo>
                  <a:cubicBezTo>
                    <a:pt x="86" y="55"/>
                    <a:pt x="85" y="55"/>
                    <a:pt x="84" y="54"/>
                  </a:cubicBezTo>
                  <a:cubicBezTo>
                    <a:pt x="84" y="54"/>
                    <a:pt x="83" y="53"/>
                    <a:pt x="83" y="52"/>
                  </a:cubicBezTo>
                  <a:cubicBezTo>
                    <a:pt x="83" y="52"/>
                    <a:pt x="83" y="51"/>
                    <a:pt x="84" y="51"/>
                  </a:cubicBezTo>
                  <a:cubicBezTo>
                    <a:pt x="89" y="49"/>
                    <a:pt x="90" y="46"/>
                    <a:pt x="89" y="42"/>
                  </a:cubicBezTo>
                  <a:cubicBezTo>
                    <a:pt x="89" y="40"/>
                    <a:pt x="88" y="38"/>
                    <a:pt x="82" y="37"/>
                  </a:cubicBezTo>
                  <a:cubicBezTo>
                    <a:pt x="82" y="37"/>
                    <a:pt x="81" y="37"/>
                    <a:pt x="81" y="36"/>
                  </a:cubicBezTo>
                  <a:cubicBezTo>
                    <a:pt x="81" y="35"/>
                    <a:pt x="81" y="34"/>
                    <a:pt x="82" y="34"/>
                  </a:cubicBezTo>
                  <a:cubicBezTo>
                    <a:pt x="85" y="32"/>
                    <a:pt x="86" y="29"/>
                    <a:pt x="85" y="26"/>
                  </a:cubicBezTo>
                  <a:cubicBezTo>
                    <a:pt x="85" y="24"/>
                    <a:pt x="83" y="22"/>
                    <a:pt x="78" y="21"/>
                  </a:cubicBezTo>
                  <a:cubicBezTo>
                    <a:pt x="77" y="21"/>
                    <a:pt x="77" y="21"/>
                    <a:pt x="76" y="20"/>
                  </a:cubicBezTo>
                  <a:cubicBezTo>
                    <a:pt x="76" y="19"/>
                    <a:pt x="76" y="19"/>
                    <a:pt x="77" y="18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2" y="13"/>
                    <a:pt x="82" y="10"/>
                    <a:pt x="81" y="8"/>
                  </a:cubicBezTo>
                  <a:cubicBezTo>
                    <a:pt x="80" y="5"/>
                    <a:pt x="77" y="4"/>
                    <a:pt x="74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4" y="4"/>
                    <a:pt x="23" y="4"/>
                    <a:pt x="22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15" y="4"/>
                    <a:pt x="9" y="5"/>
                    <a:pt x="4" y="8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4" y="59"/>
                  </a:lnTo>
                  <a:close/>
                </a:path>
              </a:pathLst>
            </a:custGeom>
            <a:ln/>
            <a:ex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49">
              <a:extLst>
                <a:ext uri="{FF2B5EF4-FFF2-40B4-BE49-F238E27FC236}">
                  <a16:creationId xmlns="" xmlns:a16="http://schemas.microsoft.com/office/drawing/2014/main" id="{E7483F19-E258-E978-6A51-757E5B28BE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8350" y="4818063"/>
              <a:ext cx="103188" cy="227013"/>
            </a:xfrm>
            <a:custGeom>
              <a:avLst/>
              <a:gdLst>
                <a:gd name="T0" fmla="*/ 25 w 27"/>
                <a:gd name="T1" fmla="*/ 59 h 59"/>
                <a:gd name="T2" fmla="*/ 2 w 27"/>
                <a:gd name="T3" fmla="*/ 59 h 59"/>
                <a:gd name="T4" fmla="*/ 0 w 27"/>
                <a:gd name="T5" fmla="*/ 57 h 59"/>
                <a:gd name="T6" fmla="*/ 0 w 27"/>
                <a:gd name="T7" fmla="*/ 2 h 59"/>
                <a:gd name="T8" fmla="*/ 2 w 27"/>
                <a:gd name="T9" fmla="*/ 0 h 59"/>
                <a:gd name="T10" fmla="*/ 25 w 27"/>
                <a:gd name="T11" fmla="*/ 0 h 59"/>
                <a:gd name="T12" fmla="*/ 27 w 27"/>
                <a:gd name="T13" fmla="*/ 2 h 59"/>
                <a:gd name="T14" fmla="*/ 27 w 27"/>
                <a:gd name="T15" fmla="*/ 57 h 59"/>
                <a:gd name="T16" fmla="*/ 25 w 27"/>
                <a:gd name="T17" fmla="*/ 59 h 59"/>
                <a:gd name="T18" fmla="*/ 4 w 27"/>
                <a:gd name="T19" fmla="*/ 55 h 59"/>
                <a:gd name="T20" fmla="*/ 23 w 27"/>
                <a:gd name="T21" fmla="*/ 55 h 59"/>
                <a:gd name="T22" fmla="*/ 23 w 27"/>
                <a:gd name="T23" fmla="*/ 4 h 59"/>
                <a:gd name="T24" fmla="*/ 4 w 27"/>
                <a:gd name="T25" fmla="*/ 4 h 59"/>
                <a:gd name="T26" fmla="*/ 4 w 27"/>
                <a:gd name="T27" fmla="*/ 5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59">
                  <a:moveTo>
                    <a:pt x="25" y="59"/>
                  </a:moveTo>
                  <a:cubicBezTo>
                    <a:pt x="2" y="59"/>
                    <a:pt x="2" y="59"/>
                    <a:pt x="2" y="59"/>
                  </a:cubicBezTo>
                  <a:cubicBezTo>
                    <a:pt x="1" y="59"/>
                    <a:pt x="0" y="58"/>
                    <a:pt x="0" y="57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7" y="2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27" y="58"/>
                    <a:pt x="26" y="59"/>
                    <a:pt x="25" y="59"/>
                  </a:cubicBezTo>
                  <a:close/>
                  <a:moveTo>
                    <a:pt x="4" y="55"/>
                  </a:moveTo>
                  <a:cubicBezTo>
                    <a:pt x="23" y="55"/>
                    <a:pt x="23" y="55"/>
                    <a:pt x="23" y="55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4" y="55"/>
                  </a:lnTo>
                  <a:close/>
                </a:path>
              </a:pathLst>
            </a:custGeom>
            <a:ln/>
            <a:ex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7" name="CasellaDiTesto 36"/>
          <p:cNvSpPr txBox="1"/>
          <p:nvPr/>
        </p:nvSpPr>
        <p:spPr>
          <a:xfrm>
            <a:off x="2875758" y="5533711"/>
            <a:ext cx="1615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>
                <a:solidFill>
                  <a:schemeClr val="accent6"/>
                </a:solidFill>
              </a:rPr>
              <a:t>Training </a:t>
            </a:r>
            <a:r>
              <a:rPr lang="it-IT" b="1" dirty="0" err="1" smtClean="0">
                <a:solidFill>
                  <a:schemeClr val="accent6"/>
                </a:solidFill>
              </a:rPr>
              <a:t>Loss</a:t>
            </a:r>
            <a:r>
              <a:rPr lang="it-IT" b="1" dirty="0" smtClean="0">
                <a:solidFill>
                  <a:schemeClr val="accent6"/>
                </a:solidFill>
              </a:rPr>
              <a:t>:</a:t>
            </a:r>
          </a:p>
          <a:p>
            <a:r>
              <a:rPr lang="it-IT" b="1" dirty="0" smtClean="0">
                <a:solidFill>
                  <a:schemeClr val="accent6"/>
                </a:solidFill>
              </a:rPr>
              <a:t>10.16 </a:t>
            </a:r>
            <a:r>
              <a:rPr lang="it-IT" b="1" dirty="0" smtClean="0">
                <a:solidFill>
                  <a:schemeClr val="accent6"/>
                </a:solidFill>
                <a:sym typeface="Wingdings" panose="05000000000000000000" pitchFamily="2" charset="2"/>
              </a:rPr>
              <a:t> 8.46</a:t>
            </a:r>
            <a:endParaRPr lang="it-IT" b="1" dirty="0">
              <a:solidFill>
                <a:schemeClr val="accent6"/>
              </a:solidFill>
            </a:endParaRPr>
          </a:p>
        </p:txBody>
      </p:sp>
      <p:sp>
        <p:nvSpPr>
          <p:cNvPr id="38" name="CasellaDiTesto 37"/>
          <p:cNvSpPr txBox="1"/>
          <p:nvPr/>
        </p:nvSpPr>
        <p:spPr>
          <a:xfrm>
            <a:off x="9887214" y="3213891"/>
            <a:ext cx="1347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 smtClean="0">
                <a:solidFill>
                  <a:schemeClr val="accent6"/>
                </a:solidFill>
              </a:rPr>
              <a:t>Fertility</a:t>
            </a:r>
            <a:r>
              <a:rPr lang="it-IT" b="1" dirty="0" smtClean="0">
                <a:solidFill>
                  <a:schemeClr val="accent6"/>
                </a:solidFill>
              </a:rPr>
              <a:t>:</a:t>
            </a:r>
          </a:p>
          <a:p>
            <a:r>
              <a:rPr lang="it-IT" b="1" dirty="0" smtClean="0">
                <a:solidFill>
                  <a:schemeClr val="accent6"/>
                </a:solidFill>
              </a:rPr>
              <a:t>2.03 </a:t>
            </a:r>
            <a:r>
              <a:rPr lang="it-IT" b="1" dirty="0" smtClean="0">
                <a:solidFill>
                  <a:schemeClr val="accent6"/>
                </a:solidFill>
                <a:sym typeface="Wingdings" panose="05000000000000000000" pitchFamily="2" charset="2"/>
              </a:rPr>
              <a:t> 1.78</a:t>
            </a:r>
            <a:endParaRPr lang="it-IT" b="1" dirty="0">
              <a:solidFill>
                <a:schemeClr val="accent6"/>
              </a:solidFill>
            </a:endParaRPr>
          </a:p>
        </p:txBody>
      </p:sp>
      <p:sp>
        <p:nvSpPr>
          <p:cNvPr id="39" name="Rettangolo 38"/>
          <p:cNvSpPr/>
          <p:nvPr/>
        </p:nvSpPr>
        <p:spPr>
          <a:xfrm rot="2731219">
            <a:off x="-1453416" y="3859730"/>
            <a:ext cx="2117557" cy="1819175"/>
          </a:xfrm>
          <a:prstGeom prst="rect">
            <a:avLst/>
          </a:prstGeom>
          <a:solidFill>
            <a:srgbClr val="D50031"/>
          </a:solidFill>
          <a:ln>
            <a:solidFill>
              <a:srgbClr val="D500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922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503065-65B3-93C3-7F75-28A46438F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6293" y="2217677"/>
            <a:ext cx="4695567" cy="1178367"/>
          </a:xfrm>
        </p:spPr>
        <p:txBody>
          <a:bodyPr/>
          <a:lstStyle/>
          <a:p>
            <a:r>
              <a:rPr lang="en-US" dirty="0"/>
              <a:t>Thank </a:t>
            </a:r>
            <a:r>
              <a:rPr lang="en-US" dirty="0" smtClean="0"/>
              <a:t>you for your attention!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7B51E4D-523A-00AD-E0EB-C428CC0BB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1708" y="3637614"/>
            <a:ext cx="4695566" cy="1155102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 smtClean="0">
                <a:latin typeface="Theinhardt Bold" panose="020B0503020202020204" pitchFamily="34" charset="77"/>
              </a:rPr>
              <a:t>Diana </a:t>
            </a:r>
            <a:r>
              <a:rPr lang="en-US" b="1" dirty="0" err="1" smtClean="0">
                <a:latin typeface="Theinhardt Bold" panose="020B0503020202020204" pitchFamily="34" charset="77"/>
              </a:rPr>
              <a:t>Gontero</a:t>
            </a:r>
            <a:endParaRPr lang="en-US" b="1" dirty="0">
              <a:latin typeface="Theinhardt Bold" panose="020B0503020202020204" pitchFamily="34" charset="7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chemeClr val="bg1"/>
                </a:solidFill>
                <a:latin typeface="Theinhardt Bold" panose="020B0503020202020204" pitchFamily="34" charset="77"/>
              </a:rPr>
              <a:t>Margherita Boanini</a:t>
            </a:r>
            <a:endParaRPr lang="en-US" sz="2400" dirty="0">
              <a:solidFill>
                <a:schemeClr val="bg1"/>
              </a:solidFill>
              <a:latin typeface="Theinhardt Regular" panose="020B0503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2932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Background_RedLogo">
  <a:themeElements>
    <a:clrScheme name="UIC colors">
      <a:dk1>
        <a:srgbClr val="001E61"/>
      </a:dk1>
      <a:lt1>
        <a:srgbClr val="FFFFFF"/>
      </a:lt1>
      <a:dk2>
        <a:srgbClr val="D50032"/>
      </a:dk2>
      <a:lt2>
        <a:srgbClr val="F2F7EB"/>
      </a:lt2>
      <a:accent1>
        <a:srgbClr val="41B6E6"/>
      </a:accent1>
      <a:accent2>
        <a:srgbClr val="FFBF3F"/>
      </a:accent2>
      <a:accent3>
        <a:srgbClr val="333333"/>
      </a:accent3>
      <a:accent4>
        <a:srgbClr val="949493"/>
      </a:accent4>
      <a:accent5>
        <a:srgbClr val="0085AD"/>
      </a:accent5>
      <a:accent6>
        <a:srgbClr val="70AD47"/>
      </a:accent6>
      <a:hlink>
        <a:srgbClr val="001E61"/>
      </a:hlink>
      <a:folHlink>
        <a:srgbClr val="41B6E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Background_WhiteLogo">
  <a:themeElements>
    <a:clrScheme name="UIC colors">
      <a:dk1>
        <a:srgbClr val="001E61"/>
      </a:dk1>
      <a:lt1>
        <a:srgbClr val="FFFFFF"/>
      </a:lt1>
      <a:dk2>
        <a:srgbClr val="D50032"/>
      </a:dk2>
      <a:lt2>
        <a:srgbClr val="F2F7EB"/>
      </a:lt2>
      <a:accent1>
        <a:srgbClr val="41B6E6"/>
      </a:accent1>
      <a:accent2>
        <a:srgbClr val="FFBF3F"/>
      </a:accent2>
      <a:accent3>
        <a:srgbClr val="333333"/>
      </a:accent3>
      <a:accent4>
        <a:srgbClr val="949493"/>
      </a:accent4>
      <a:accent5>
        <a:srgbClr val="0085AD"/>
      </a:accent5>
      <a:accent6>
        <a:srgbClr val="70AD47"/>
      </a:accent6>
      <a:hlink>
        <a:srgbClr val="001E61"/>
      </a:hlink>
      <a:folHlink>
        <a:srgbClr val="41B6E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xpoWhiteBackground_RedLogo">
  <a:themeElements>
    <a:clrScheme name="UIC colors">
      <a:dk1>
        <a:srgbClr val="001E61"/>
      </a:dk1>
      <a:lt1>
        <a:srgbClr val="FFFFFF"/>
      </a:lt1>
      <a:dk2>
        <a:srgbClr val="D50032"/>
      </a:dk2>
      <a:lt2>
        <a:srgbClr val="F2F7EB"/>
      </a:lt2>
      <a:accent1>
        <a:srgbClr val="41B6E6"/>
      </a:accent1>
      <a:accent2>
        <a:srgbClr val="FFBF3F"/>
      </a:accent2>
      <a:accent3>
        <a:srgbClr val="333333"/>
      </a:accent3>
      <a:accent4>
        <a:srgbClr val="949493"/>
      </a:accent4>
      <a:accent5>
        <a:srgbClr val="0085AD"/>
      </a:accent5>
      <a:accent6>
        <a:srgbClr val="70AD47"/>
      </a:accent6>
      <a:hlink>
        <a:srgbClr val="001E61"/>
      </a:hlink>
      <a:folHlink>
        <a:srgbClr val="41B6E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RedBackground_WhiteLogo">
  <a:themeElements>
    <a:clrScheme name="UIC colors">
      <a:dk1>
        <a:srgbClr val="001E61"/>
      </a:dk1>
      <a:lt1>
        <a:srgbClr val="FFFFFF"/>
      </a:lt1>
      <a:dk2>
        <a:srgbClr val="D50032"/>
      </a:dk2>
      <a:lt2>
        <a:srgbClr val="F2F7EB"/>
      </a:lt2>
      <a:accent1>
        <a:srgbClr val="41B6E6"/>
      </a:accent1>
      <a:accent2>
        <a:srgbClr val="FFBF3F"/>
      </a:accent2>
      <a:accent3>
        <a:srgbClr val="333333"/>
      </a:accent3>
      <a:accent4>
        <a:srgbClr val="949493"/>
      </a:accent4>
      <a:accent5>
        <a:srgbClr val="0085AD"/>
      </a:accent5>
      <a:accent6>
        <a:srgbClr val="70AD47"/>
      </a:accent6>
      <a:hlink>
        <a:srgbClr val="001E61"/>
      </a:hlink>
      <a:folHlink>
        <a:srgbClr val="41B6E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RedBackground_Closing">
  <a:themeElements>
    <a:clrScheme name="UIC colors">
      <a:dk1>
        <a:srgbClr val="001E61"/>
      </a:dk1>
      <a:lt1>
        <a:srgbClr val="FFFFFF"/>
      </a:lt1>
      <a:dk2>
        <a:srgbClr val="D50032"/>
      </a:dk2>
      <a:lt2>
        <a:srgbClr val="F2F7EB"/>
      </a:lt2>
      <a:accent1>
        <a:srgbClr val="41B6E6"/>
      </a:accent1>
      <a:accent2>
        <a:srgbClr val="FFBF3F"/>
      </a:accent2>
      <a:accent3>
        <a:srgbClr val="333333"/>
      </a:accent3>
      <a:accent4>
        <a:srgbClr val="949493"/>
      </a:accent4>
      <a:accent5>
        <a:srgbClr val="0085AD"/>
      </a:accent5>
      <a:accent6>
        <a:srgbClr val="70AD47"/>
      </a:accent6>
      <a:hlink>
        <a:srgbClr val="001E61"/>
      </a:hlink>
      <a:folHlink>
        <a:srgbClr val="41B6E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GrayBackground_WhiteLogo">
  <a:themeElements>
    <a:clrScheme name="UIC colors">
      <a:dk1>
        <a:srgbClr val="001E61"/>
      </a:dk1>
      <a:lt1>
        <a:srgbClr val="FFFFFF"/>
      </a:lt1>
      <a:dk2>
        <a:srgbClr val="D50032"/>
      </a:dk2>
      <a:lt2>
        <a:srgbClr val="F2F7EB"/>
      </a:lt2>
      <a:accent1>
        <a:srgbClr val="41B6E6"/>
      </a:accent1>
      <a:accent2>
        <a:srgbClr val="FFBF3F"/>
      </a:accent2>
      <a:accent3>
        <a:srgbClr val="333333"/>
      </a:accent3>
      <a:accent4>
        <a:srgbClr val="949493"/>
      </a:accent4>
      <a:accent5>
        <a:srgbClr val="0085AD"/>
      </a:accent5>
      <a:accent6>
        <a:srgbClr val="70AD47"/>
      </a:accent6>
      <a:hlink>
        <a:srgbClr val="001E61"/>
      </a:hlink>
      <a:folHlink>
        <a:srgbClr val="41B6E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ExpoWhiteBackground_RedLogo">
  <a:themeElements>
    <a:clrScheme name="UIC colors">
      <a:dk1>
        <a:srgbClr val="001E61"/>
      </a:dk1>
      <a:lt1>
        <a:srgbClr val="FFFFFF"/>
      </a:lt1>
      <a:dk2>
        <a:srgbClr val="D50032"/>
      </a:dk2>
      <a:lt2>
        <a:srgbClr val="F2F7EB"/>
      </a:lt2>
      <a:accent1>
        <a:srgbClr val="41B6E6"/>
      </a:accent1>
      <a:accent2>
        <a:srgbClr val="FFBF3F"/>
      </a:accent2>
      <a:accent3>
        <a:srgbClr val="333333"/>
      </a:accent3>
      <a:accent4>
        <a:srgbClr val="949493"/>
      </a:accent4>
      <a:accent5>
        <a:srgbClr val="0085AD"/>
      </a:accent5>
      <a:accent6>
        <a:srgbClr val="70AD47"/>
      </a:accent6>
      <a:hlink>
        <a:srgbClr val="001E61"/>
      </a:hlink>
      <a:folHlink>
        <a:srgbClr val="41B6E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A4CADE44E7B448D67499275D3C6D1" ma:contentTypeVersion="19" ma:contentTypeDescription="Create a new document." ma:contentTypeScope="" ma:versionID="e277be6dcd7e8e0b985417299852405c">
  <xsd:schema xmlns:xsd="http://www.w3.org/2001/XMLSchema" xmlns:xs="http://www.w3.org/2001/XMLSchema" xmlns:p="http://schemas.microsoft.com/office/2006/metadata/properties" xmlns:ns2="e9643ef2-459c-4e51-90bf-2a5b37ab1b84" xmlns:ns3="d002c519-5040-4c12-854c-9165b8c9d1ad" targetNamespace="http://schemas.microsoft.com/office/2006/metadata/properties" ma:root="true" ma:fieldsID="33bfbeb53e13fb671cab8faf86e623f3" ns2:_="" ns3:_="">
    <xsd:import namespace="e9643ef2-459c-4e51-90bf-2a5b37ab1b84"/>
    <xsd:import namespace="d002c519-5040-4c12-854c-9165b8c9d1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updated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43ef2-459c-4e51-90bf-2a5b37ab1b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9009afd-1226-4d6a-ba53-0e73837566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updatedversion" ma:index="26" nillable="true" ma:displayName="updated version " ma:format="Dropdown" ma:internalName="updatedversion">
      <xsd:simpleType>
        <xsd:restriction base="dms:Choice">
          <xsd:enumeration value="yes "/>
          <xsd:enumeration value="no"/>
          <xsd:enumeration value="reviewing 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02c519-5040-4c12-854c-9165b8c9d1a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80ce187-2a78-48cf-80f7-01281348a5f1}" ma:internalName="TaxCatchAll" ma:showField="CatchAllData" ma:web="d002c519-5040-4c12-854c-9165b8c9d1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updatedversion xmlns="e9643ef2-459c-4e51-90bf-2a5b37ab1b84" xsi:nil="true"/>
    <TaxCatchAll xmlns="d002c519-5040-4c12-854c-9165b8c9d1ad" xsi:nil="true"/>
    <lcf76f155ced4ddcb4097134ff3c332f xmlns="e9643ef2-459c-4e51-90bf-2a5b37ab1b8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A7A9A3-F08A-4191-A7FD-954E1250A599}">
  <ds:schemaRefs>
    <ds:schemaRef ds:uri="d002c519-5040-4c12-854c-9165b8c9d1ad"/>
    <ds:schemaRef ds:uri="e9643ef2-459c-4e51-90bf-2a5b37ab1b8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F070004-4B12-45A8-ABB3-F46271BE2201}">
  <ds:schemaRefs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d002c519-5040-4c12-854c-9165b8c9d1ad"/>
    <ds:schemaRef ds:uri="http://purl.org/dc/elements/1.1/"/>
    <ds:schemaRef ds:uri="e9643ef2-459c-4e51-90bf-2a5b37ab1b84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023DB6E-264C-45DD-800B-C4FEBB3AAE2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1079</TotalTime>
  <Words>393</Words>
  <Application>Microsoft Office PowerPoint</Application>
  <PresentationFormat>Widescreen</PresentationFormat>
  <Paragraphs>138</Paragraphs>
  <Slides>14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7</vt:i4>
      </vt:variant>
      <vt:variant>
        <vt:lpstr>Titoli diapositive</vt:lpstr>
      </vt:variant>
      <vt:variant>
        <vt:i4>14</vt:i4>
      </vt:variant>
    </vt:vector>
  </HeadingPairs>
  <TitlesOfParts>
    <vt:vector size="30" baseType="lpstr">
      <vt:lpstr>Arial</vt:lpstr>
      <vt:lpstr>Arial Black</vt:lpstr>
      <vt:lpstr>Arimo</vt:lpstr>
      <vt:lpstr>Calibri</vt:lpstr>
      <vt:lpstr>Calibri Light</vt:lpstr>
      <vt:lpstr>Theinhardt Black</vt:lpstr>
      <vt:lpstr>Theinhardt Bold</vt:lpstr>
      <vt:lpstr>Theinhardt Regular</vt:lpstr>
      <vt:lpstr>Wingdings</vt:lpstr>
      <vt:lpstr>WhiteBackground_RedLogo</vt:lpstr>
      <vt:lpstr>WhiteBackground_WhiteLogo</vt:lpstr>
      <vt:lpstr>ExpoWhiteBackground_RedLogo</vt:lpstr>
      <vt:lpstr>RedBackground_WhiteLogo</vt:lpstr>
      <vt:lpstr>RedBackground_Closing</vt:lpstr>
      <vt:lpstr>GrayBackground_WhiteLogo</vt:lpstr>
      <vt:lpstr>1_ExpoWhiteBackground_RedLogo</vt:lpstr>
      <vt:lpstr> Optimizing LLMs for Italian: Reducing Token Fertility and Enhancing Efficiency Through Vocabulary Adaptation Moroni et al., 2025  Reproducibility Study CS 421 — Fall 2025   Diana Gontero – Margherita Boanini </vt:lpstr>
      <vt:lpstr>Why Optimize for Italian?</vt:lpstr>
      <vt:lpstr>Project Goal &amp; Method</vt:lpstr>
      <vt:lpstr>Our Reproducibility Project</vt:lpstr>
      <vt:lpstr>Models and Tokenizers</vt:lpstr>
      <vt:lpstr>Dataset</vt:lpstr>
      <vt:lpstr>Limitations</vt:lpstr>
      <vt:lpstr>G1: Fertility</vt:lpstr>
      <vt:lpstr>G2: Token count</vt:lpstr>
      <vt:lpstr>G2: Tokenization speed</vt:lpstr>
      <vt:lpstr>G3: Inference Time</vt:lpstr>
      <vt:lpstr>G4: Generative evaluation (BLEU/ROUGE)</vt:lpstr>
      <vt:lpstr>CONCLUSIONS</vt:lpstr>
      <vt:lpstr>Thank you for your attention!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Nicole Waldrip</dc:creator>
  <cp:lastModifiedBy>Margherita Boanini</cp:lastModifiedBy>
  <cp:revision>30</cp:revision>
  <dcterms:created xsi:type="dcterms:W3CDTF">2023-09-03T17:46:15Z</dcterms:created>
  <dcterms:modified xsi:type="dcterms:W3CDTF">2025-11-25T05:56:41Z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0x010100309A4CADE44E7B448D67499275D3C6D1</vt:lpwstr>
  </property>
  <property fmtid="{D5CDD505-2E9C-101B-9397-08002B2CF9AE}" pid="3" name="MediaServiceImageTags">
    <vt:lpwstr/>
  </property>
</Properties>
</file>